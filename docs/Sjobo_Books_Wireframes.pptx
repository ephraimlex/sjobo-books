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1d73e60833444d" /><Relationship Type="http://schemas.openxmlformats.org/officeDocument/2006/relationships/extended-properties" Target="/docProps/app.xml" Id="R3e3b1fcd391d43c4" /><Relationship Type="http://schemas.openxmlformats.org/officeDocument/2006/relationships/officeDocument" Target="/ppt/presentation.xml" Id="R5c451f8da6fe4ad7" /></Relationships>
</file>

<file path=ppt/presentation.xml><?xml version="1.0" encoding="utf-8"?>
<p:presentation xmlns:p="http://schemas.openxmlformats.org/presentationml/2006/main">
  <p:sldMasterIdLst>
    <p:sldMasterId xmlns:r="http://schemas.openxmlformats.org/officeDocument/2006/relationships" id="2147483648" r:id="R367ccdf51ff74700"/>
  </p:sldMasterIdLst>
  <p:notesMasterIdLst>
    <p:notesMasterId xmlns:r="http://schemas.openxmlformats.org/officeDocument/2006/relationships" r:id="Rf81e6d592955452e"/>
  </p:notesMasterIdLst>
  <p:sldIdLst>
    <p:sldId xmlns:r="http://schemas.openxmlformats.org/officeDocument/2006/relationships" id="256" r:id="Rc0a00659cf904483"/>
    <p:sldId xmlns:r="http://schemas.openxmlformats.org/officeDocument/2006/relationships" id="257" r:id="R9d93bdabb8ef4e0d"/>
    <p:sldId xmlns:r="http://schemas.openxmlformats.org/officeDocument/2006/relationships" id="258" r:id="R3820e6744ea647a7"/>
    <p:sldId xmlns:r="http://schemas.openxmlformats.org/officeDocument/2006/relationships" id="259" r:id="Rdedf9cda3de34ac7"/>
    <p:sldId xmlns:r="http://schemas.openxmlformats.org/officeDocument/2006/relationships" id="260" r:id="R2f7ebbf557ce4541"/>
  </p:sldIdLst>
  <p:sldSz cx="15240000" cy="952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da1bfaf55048bf" /><Relationship Type="http://schemas.openxmlformats.org/officeDocument/2006/relationships/slideMaster" Target="/ppt/slideMasters/slideMaster1.xml" Id="R367ccdf51ff74700" /><Relationship Type="http://schemas.openxmlformats.org/officeDocument/2006/relationships/notesMaster" Target="/ppt/notesMasters/notesMaster1.xml" Id="Rf81e6d592955452e" /><Relationship Type="http://schemas.openxmlformats.org/officeDocument/2006/relationships/presProps" Target="/ppt/presProps.xml" Id="Rcd3996774aaa4a7f" /><Relationship Type="http://schemas.openxmlformats.org/officeDocument/2006/relationships/tableStyles" Target="/ppt/tableStyles.xml" Id="Raa62fcb746994d32" /><Relationship Type="http://schemas.openxmlformats.org/officeDocument/2006/relationships/slide" Target="/ppt/slides/slide1.xml" Id="Rc0a00659cf904483" /><Relationship Type="http://schemas.openxmlformats.org/officeDocument/2006/relationships/slide" Target="/ppt/slides/slide2.xml" Id="R9d93bdabb8ef4e0d" /><Relationship Type="http://schemas.openxmlformats.org/officeDocument/2006/relationships/slide" Target="/ppt/slides/slide3.xml" Id="R3820e6744ea647a7" /><Relationship Type="http://schemas.openxmlformats.org/officeDocument/2006/relationships/slide" Target="/ppt/slides/slide4.xml" Id="Rdedf9cda3de34ac7" /><Relationship Type="http://schemas.openxmlformats.org/officeDocument/2006/relationships/slide" Target="/ppt/slides/slide5.xml" Id="R2f7ebbf557ce45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3349667e0949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9836e4117f444f" /><Relationship Type="http://schemas.openxmlformats.org/officeDocument/2006/relationships/notesMaster" Target="/ppt/notesMasters/notesMaster1.xml" Id="Rff5bb42b847e4d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5deb59d7d04386" /><Relationship Type="http://schemas.openxmlformats.org/officeDocument/2006/relationships/notesMaster" Target="/ppt/notesMasters/notesMaster1.xml" Id="R995e216d24124b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e31cb9aea94853" /><Relationship Type="http://schemas.openxmlformats.org/officeDocument/2006/relationships/notesMaster" Target="/ppt/notesMasters/notesMaster1.xml" Id="R97f09e2c72a84e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7c3b94198f46bf" /><Relationship Type="http://schemas.openxmlformats.org/officeDocument/2006/relationships/notesMaster" Target="/ppt/notesMasters/notesMaster1.xml" Id="R7376dcacd73f42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6f18e1a4ef4074" /><Relationship Type="http://schemas.openxmlformats.org/officeDocument/2006/relationships/notesMaster" Target="/ppt/notesMasters/notesMaster1.xml" Id="R607bd6d59e1e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wireframe. All boxes and text are editable PowerPoint objects. Grey areas are book-cover placeholders, not final artwork. Sample prices and cart values are illustrative. The header and footer repeat across pages. Tablet: Featured books use two columns. Navigation collapses when space is limited. Behaviour: Browse books opens Shop. Featured cards open the selected Book Details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 wireframe. All boxes and text are editable PowerPoint objects. Grey areas are book-cover placeholders, not final artwork. Sample prices and cart values are illustrative. The header and footer repeat across pages. Tablet: Use two book columns. Search and genre controls wrap onto separate rows as needed. Behaviour: Search by title or author and combine with genre. No matches: show a message and Clear filters.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Details wireframe. All boxes and text are editable PowerPoint objects. Grey areas are book-cover placeholders, not final artwork. Sample prices and cart values are illustrative. The header and footer repeat across pages. Tablet: Keep cover and details side by side when readable. Stack them on narrower screens. Behaviour: Add to Cart updates the shared count and shows feedback. Invalid book ID: offer Back to 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 wireframe. All boxes and text are editable PowerPoint objects. Grey areas are book-cover placeholders, not final artwork. Sample prices and cart values are illustrative. The header and footer repeat across pages. Tablet: Cart items take the full width. Place the order summary below the items if space is limited. Behaviour: Quantity changes update totals. Remove deletes an item. Empty cart shows a Browse books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Checkout wireframe. All boxes and text are editable PowerPoint objects. Grey areas are book-cover placeholders, not final artwork. Sample prices and cart values are illustrative. The header and footer repeat across pages. Tablet: Show the form and order summary in two columns when they fit, otherwise stack them. Behaviour: Validate inputs before confirming. Confirmation replaces the form, shows the order, and clears the cart. On mobile the page continues vertically if form messages need more space. Show errors by the relevant fields. Confirmation state includes a thank-you message, the confirmed book list, total, and Continue shopping. Customer details stay in temporary state and are not persisted. Checkout with an empty cart offers a return to Shop. Header Menu expands links to Home, Shop, and Cart on compact layouts.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a0ec3797394c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a67e63469847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de0b4b4f74a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18c7548f254f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66ff8a75e247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b023b45f3f4c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57E0FB-CD34-41DE-9E43-C879D1FFBDDB}"/>
              </a:ext>
            </a:extLst>
          </p:cNvPr>
          <p:cNvSpPr>
            <a:spLocks xmlns:a="http://schemas.openxmlformats.org/drawingml/2006/main" noGrp="1"/>
          </p:cNvSpPr>
          <p:nvPr>
            <p:ph type="title" idx="0"/>
          </p:nvPr>
        </p:nvSpPr>
        <p:spPr>
          <a:xfrm xmlns:a="http://schemas.openxmlformats.org/drawingml/2006/main">
            <a:off x="1524000" y="3598333"/>
            <a:ext cx="12192000" cy="1375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9A9DAE-6884-487A-8669-2668262C6838}"/>
              </a:ext>
            </a:extLst>
          </p:cNvPr>
          <p:cNvSpPr>
            <a:spLocks xmlns:a="http://schemas.openxmlformats.org/drawingml/2006/main" noGrp="1"/>
          </p:cNvSpPr>
          <p:nvPr>
            <p:ph type="subTitle" idx="1"/>
          </p:nvPr>
        </p:nvSpPr>
        <p:spPr>
          <a:xfrm xmlns:a="http://schemas.openxmlformats.org/drawingml/2006/main">
            <a:off x="2286000" y="5238750"/>
            <a:ext cx="10668000" cy="1058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A91744-CA46-445F-8765-F682835D6EC6}"/>
              </a:ext>
            </a:extLst>
          </p:cNvPr>
          <p:cNvSpPr>
            <a:spLocks xmlns:a="http://schemas.openxmlformats.org/drawingml/2006/main" noGrp="1"/>
          </p:cNvSpPr>
          <p:nvPr>
            <p:ph type="title" idx="0"/>
          </p:nvPr>
        </p:nvSpPr>
        <p:spPr>
          <a:xfrm xmlns:a="http://schemas.openxmlformats.org/drawingml/2006/main">
            <a:off x="1524000" y="3968750"/>
            <a:ext cx="12192000" cy="1587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0C6F23-DEFF-4471-9408-32AB46C78553}"/>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C07A14-3781-4DC2-96B3-7D53E4DEC931}"/>
              </a:ext>
            </a:extLst>
          </p:cNvPr>
          <p:cNvSpPr>
            <a:spLocks xmlns:a="http://schemas.openxmlformats.org/drawingml/2006/main" noGrp="1"/>
          </p:cNvSpPr>
          <p:nvPr>
            <p:ph type="body" idx="1"/>
          </p:nvPr>
        </p:nvSpPr>
        <p:spPr>
          <a:xfrm xmlns:a="http://schemas.openxmlformats.org/drawingml/2006/main">
            <a:off x="857250" y="2645833"/>
            <a:ext cx="13525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4EA5DF1-BBD5-41AE-9B8F-79A8A7B340A7}"/>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2B895A-8C79-4026-AD39-A13DFCAADFCF}"/>
              </a:ext>
            </a:extLst>
          </p:cNvPr>
          <p:cNvSpPr>
            <a:spLocks xmlns:a="http://schemas.openxmlformats.org/drawingml/2006/main" noGrp="1"/>
          </p:cNvSpPr>
          <p:nvPr>
            <p:ph type="body" idx="1"/>
          </p:nvPr>
        </p:nvSpPr>
        <p:spPr>
          <a:xfrm xmlns:a="http://schemas.openxmlformats.org/drawingml/2006/main">
            <a:off x="857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1D6678-DBCB-4DA4-AFA5-CB51CF2827DE}"/>
              </a:ext>
            </a:extLst>
          </p:cNvPr>
          <p:cNvSpPr>
            <a:spLocks xmlns:a="http://schemas.openxmlformats.org/drawingml/2006/main" noGrp="1"/>
          </p:cNvSpPr>
          <p:nvPr>
            <p:ph type="body" idx="2"/>
          </p:nvPr>
        </p:nvSpPr>
        <p:spPr>
          <a:xfrm xmlns:a="http://schemas.openxmlformats.org/drawingml/2006/main">
            <a:off x="8096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87C4B5-4FD7-487C-BB74-67EBFA659146}"/>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A0F2E5-9A5E-4BBB-9B2A-5F2713103F70}"/>
              </a:ext>
            </a:extLst>
          </p:cNvPr>
          <p:cNvSpPr>
            <a:spLocks xmlns:a="http://schemas.openxmlformats.org/drawingml/2006/main" noGrp="1"/>
          </p:cNvSpPr>
          <p:nvPr>
            <p:ph type="body" idx="1"/>
          </p:nvPr>
        </p:nvSpPr>
        <p:spPr>
          <a:xfrm xmlns:a="http://schemas.openxmlformats.org/drawingml/2006/main">
            <a:off x="857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8ddcc1531a4bae" /><Relationship Type="http://schemas.openxmlformats.org/officeDocument/2006/relationships/slideLayout" Target="/ppt/slideLayouts/slideLayout1.xml" Id="Raf299f1e7403413c" /><Relationship Type="http://schemas.openxmlformats.org/officeDocument/2006/relationships/slideLayout" Target="/ppt/slideLayouts/slideLayout2.xml" Id="R11c8dfc9f5824cd0" /><Relationship Type="http://schemas.openxmlformats.org/officeDocument/2006/relationships/slideLayout" Target="/ppt/slideLayouts/slideLayout3.xml" Id="Rce2ca32a9ced4a03" /><Relationship Type="http://schemas.openxmlformats.org/officeDocument/2006/relationships/slideLayout" Target="/ppt/slideLayouts/slideLayout4.xml" Id="R1e99beb9f65b4619" /><Relationship Type="http://schemas.openxmlformats.org/officeDocument/2006/relationships/slideLayout" Target="/ppt/slideLayouts/slideLayout5.xml" Id="R356648d6d5594add" /><Relationship Type="http://schemas.openxmlformats.org/officeDocument/2006/relationships/slideLayout" Target="/ppt/slideLayouts/slideLayout6.xml" Id="R3f24e9710e474f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299f1e7403413c"/>
    <p:sldLayoutId xmlns:r="http://schemas.openxmlformats.org/officeDocument/2006/relationships" id="2147483650" r:id="R11c8dfc9f5824cd0"/>
    <p:sldLayoutId xmlns:r="http://schemas.openxmlformats.org/officeDocument/2006/relationships" id="2147483651" r:id="Rce2ca32a9ced4a03"/>
    <p:sldLayoutId xmlns:r="http://schemas.openxmlformats.org/officeDocument/2006/relationships" id="2147483652" r:id="R1e99beb9f65b4619"/>
    <p:sldLayoutId xmlns:r="http://schemas.openxmlformats.org/officeDocument/2006/relationships" id="2147483653" r:id="R356648d6d5594add"/>
    <p:sldLayoutId xmlns:r="http://schemas.openxmlformats.org/officeDocument/2006/relationships" id="2147483654" r:id="R3f24e9710e474f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5806186a7243e6" /><Relationship Type="http://schemas.openxmlformats.org/officeDocument/2006/relationships/notesSlide" Target="/ppt/notesSlides/notesSlide1.xml" Id="R7f5ccfa1a69b4d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a22113c7f4489f" /><Relationship Type="http://schemas.openxmlformats.org/officeDocument/2006/relationships/notesSlide" Target="/ppt/notesSlides/notesSlide2.xml" Id="Re9ea2f9552ca41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fe24f07a614763" /><Relationship Type="http://schemas.openxmlformats.org/officeDocument/2006/relationships/notesSlide" Target="/ppt/notesSlides/notesSlide3.xml" Id="R5688b9d4a6c943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15277bf4ab4321" /><Relationship Type="http://schemas.openxmlformats.org/officeDocument/2006/relationships/notesSlide" Target="/ppt/notesSlides/notesSlide4.xml" Id="R88345453da3c47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b84840f616402d" /><Relationship Type="http://schemas.openxmlformats.org/officeDocument/2006/relationships/notesSlide" Target="/ppt/notesSlides/notesSlide5.xml" Id="Rd22aa80b6ad1433f" /></Relationships>
</file>

<file path=ppt/slides/slide1.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1006016-B7C2-43F2-922B-BD0761935328}"/>
              </a:ext>
            </a:extLst>
          </p:cNvPr>
          <p:cNvSpPr>
            <a:spLocks xmlns:a="http://schemas.openxmlformats.org/drawingml/2006/main" noGrp="1"/>
          </p:cNvSpPr>
          <p:nvPr/>
        </p:nvSpPr>
        <p:spPr>
          <a:xfrm xmlns:a="http://schemas.openxmlformats.org/drawingml/2006/main">
            <a:off x="571500" y="333375"/>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63A32"/>
                </a:solidFill>
                <a:latin typeface="Arial"/>
                <a:ea typeface="Arial"/>
                <a:cs typeface="Arial"/>
              </a:defRPr>
            </a:defPPr>
          </a:lstStyle>
          <a:p xmlns:a="http://schemas.openxmlformats.org/drawingml/2006/main">
            <a:pPr>
              <a:defRPr sz="3225" b="1">
                <a:solidFill>
                  <a:srgbClr val="263A32"/>
                </a:solidFill>
                <a:latin typeface="Arial"/>
                <a:ea typeface="Arial"/>
                <a:cs typeface="Arial"/>
              </a:defRPr>
            </a:pPr>
            <a:r>
              <a:rPr sz="3225" b="1">
                <a:solidFill>
                  <a:srgbClr val="263A32"/>
                </a:solidFill>
                <a:latin typeface="Arial"/>
                <a:ea typeface="Arial"/>
                <a:cs typeface="Arial"/>
              </a:rPr>
              <a:t>Sjöbo Books / Home</a:t>
            </a:r>
          </a:p>
        </p:txBody>
      </p:sp>
      <p:sp>
        <p:nvSpPr>
          <p:cNvPr id="2" name="">
            <a:extLst xmlns:a="http://schemas.openxmlformats.org/drawingml/2006/main">
              <a:ext uri="{FF2B5EF4-FFF2-40B4-BE49-F238E27FC236}">
                <a16:creationId xmlns:a16="http://schemas.microsoft.com/office/drawing/2014/main" id="{C0240BA9-A980-40F0-A848-E3166688D960}"/>
              </a:ext>
            </a:extLst>
          </p:cNvPr>
          <p:cNvSpPr>
            <a:spLocks xmlns:a="http://schemas.openxmlformats.org/drawingml/2006/main" noGrp="1"/>
          </p:cNvSpPr>
          <p:nvPr/>
        </p:nvSpPr>
        <p:spPr>
          <a:xfrm xmlns:a="http://schemas.openxmlformats.org/drawingml/2006/main">
            <a:off x="571500" y="10763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260AD044-C788-464C-ACB4-9BDB5E867BF4}"/>
              </a:ext>
            </a:extLst>
          </p:cNvPr>
          <p:cNvSpPr>
            <a:spLocks xmlns:a="http://schemas.openxmlformats.org/drawingml/2006/main" noGrp="1"/>
          </p:cNvSpPr>
          <p:nvPr/>
        </p:nvSpPr>
        <p:spPr>
          <a:xfrm xmlns:a="http://schemas.openxmlformats.org/drawingml/2006/main">
            <a:off x="10477500" y="10763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Mobile · vertical scroll</a:t>
            </a:r>
          </a:p>
        </p:txBody>
      </p:sp>
      <p:sp>
        <p:nvSpPr>
          <p:cNvPr id="4" name="">
            <a:extLst xmlns:a="http://schemas.openxmlformats.org/drawingml/2006/main">
              <a:ext uri="{FF2B5EF4-FFF2-40B4-BE49-F238E27FC236}">
                <a16:creationId xmlns:a16="http://schemas.microsoft.com/office/drawing/2014/main" id="{38D8CC4C-4066-4A26-9AD5-1C01BE69967D}"/>
              </a:ext>
            </a:extLst>
          </p:cNvPr>
          <p:cNvSpPr>
            <a:spLocks xmlns:a="http://schemas.openxmlformats.org/drawingml/2006/main" noGrp="1"/>
          </p:cNvSpPr>
          <p:nvPr/>
        </p:nvSpPr>
        <p:spPr>
          <a:xfrm xmlns:a="http://schemas.openxmlformats.org/drawingml/2006/main">
            <a:off x="571500" y="7858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Tablet</a:t>
            </a:r>
          </a:p>
        </p:txBody>
      </p:sp>
      <p:sp>
        <p:nvSpPr>
          <p:cNvPr id="5" name="">
            <a:extLst xmlns:a="http://schemas.openxmlformats.org/drawingml/2006/main">
              <a:ext uri="{FF2B5EF4-FFF2-40B4-BE49-F238E27FC236}">
                <a16:creationId xmlns:a16="http://schemas.microsoft.com/office/drawing/2014/main" id="{6F3DE6F0-1CC9-4D39-ABDB-BFD16D9B81F8}"/>
              </a:ext>
            </a:extLst>
          </p:cNvPr>
          <p:cNvSpPr>
            <a:spLocks xmlns:a="http://schemas.openxmlformats.org/drawingml/2006/main" noGrp="1"/>
          </p:cNvSpPr>
          <p:nvPr/>
        </p:nvSpPr>
        <p:spPr>
          <a:xfrm xmlns:a="http://schemas.openxmlformats.org/drawingml/2006/main">
            <a:off x="2190750" y="7858125"/>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A32"/>
                </a:solidFill>
                <a:latin typeface="Arial"/>
                <a:ea typeface="Arial"/>
                <a:cs typeface="Arial"/>
              </a:defRPr>
            </a:defPPr>
          </a:lstStyle>
          <a:p xmlns:a="http://schemas.openxmlformats.org/drawingml/2006/main">
            <a:pPr>
              <a:defRPr sz="1725" b="0">
                <a:solidFill>
                  <a:srgbClr val="263A32"/>
                </a:solidFill>
                <a:latin typeface="Arial"/>
                <a:ea typeface="Arial"/>
                <a:cs typeface="Arial"/>
              </a:defRPr>
            </a:pPr>
            <a:r>
              <a:rPr sz="1725" b="0">
                <a:solidFill>
                  <a:srgbClr val="263A32"/>
                </a:solidFill>
                <a:latin typeface="Arial"/>
                <a:ea typeface="Arial"/>
                <a:cs typeface="Arial"/>
              </a:rPr>
              <a:t>Featured books use two columns. Navigation collapses when space is limited.</a:t>
            </a:r>
          </a:p>
        </p:txBody>
      </p:sp>
      <p:sp>
        <p:nvSpPr>
          <p:cNvPr id="6" name="">
            <a:extLst xmlns:a="http://schemas.openxmlformats.org/drawingml/2006/main">
              <a:ext uri="{FF2B5EF4-FFF2-40B4-BE49-F238E27FC236}">
                <a16:creationId xmlns:a16="http://schemas.microsoft.com/office/drawing/2014/main" id="{862D1C3A-9B6F-488F-A796-722DA4B16E12}"/>
              </a:ext>
            </a:extLst>
          </p:cNvPr>
          <p:cNvSpPr>
            <a:spLocks xmlns:a="http://schemas.openxmlformats.org/drawingml/2006/main" noGrp="1"/>
          </p:cNvSpPr>
          <p:nvPr/>
        </p:nvSpPr>
        <p:spPr>
          <a:xfrm xmlns:a="http://schemas.openxmlformats.org/drawingml/2006/main">
            <a:off x="571500" y="862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Behaviour</a:t>
            </a:r>
          </a:p>
        </p:txBody>
      </p:sp>
      <p:sp>
        <p:nvSpPr>
          <p:cNvPr id="7" name="">
            <a:extLst xmlns:a="http://schemas.openxmlformats.org/drawingml/2006/main">
              <a:ext uri="{FF2B5EF4-FFF2-40B4-BE49-F238E27FC236}">
                <a16:creationId xmlns:a16="http://schemas.microsoft.com/office/drawing/2014/main" id="{1896AEB5-7237-4298-96B4-17B02FB58FAA}"/>
              </a:ext>
            </a:extLst>
          </p:cNvPr>
          <p:cNvSpPr>
            <a:spLocks xmlns:a="http://schemas.openxmlformats.org/drawingml/2006/main" noGrp="1"/>
          </p:cNvSpPr>
          <p:nvPr/>
        </p:nvSpPr>
        <p:spPr>
          <a:xfrm xmlns:a="http://schemas.openxmlformats.org/drawingml/2006/main">
            <a:off x="2190750" y="8620125"/>
            <a:ext cx="1238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Browse books opens Shop. Featured cards open the selected Book Details page.</a:t>
            </a:r>
          </a:p>
        </p:txBody>
      </p:sp>
      <p:sp>
        <p:nvSpPr>
          <p:cNvPr id="8" name="">
            <a:extLst xmlns:a="http://schemas.openxmlformats.org/drawingml/2006/main">
              <a:ext uri="{FF2B5EF4-FFF2-40B4-BE49-F238E27FC236}">
                <a16:creationId xmlns:a16="http://schemas.microsoft.com/office/drawing/2014/main" id="{3C98AAA8-9C01-49F2-9285-942BECD05C9E}"/>
              </a:ext>
            </a:extLst>
          </p:cNvPr>
          <p:cNvSpPr>
            <a:spLocks xmlns:a="http://schemas.openxmlformats.org/drawingml/2006/main" noGrp="1"/>
          </p:cNvSpPr>
          <p:nvPr/>
        </p:nvSpPr>
        <p:spPr>
          <a:xfrm xmlns:a="http://schemas.openxmlformats.org/drawingml/2006/main">
            <a:off x="571500" y="1524000"/>
            <a:ext cx="90487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CA2788F0-56F4-442E-BE75-7581B25977A8}"/>
              </a:ext>
            </a:extLst>
          </p:cNvPr>
          <p:cNvSpPr>
            <a:spLocks xmlns:a="http://schemas.openxmlformats.org/drawingml/2006/main" noGrp="1"/>
          </p:cNvSpPr>
          <p:nvPr/>
        </p:nvSpPr>
        <p:spPr>
          <a:xfrm xmlns:a="http://schemas.openxmlformats.org/drawingml/2006/main">
            <a:off x="571500" y="1524000"/>
            <a:ext cx="90487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2A0062E9-4278-4711-8BBA-17124742A2A7}"/>
              </a:ext>
            </a:extLst>
          </p:cNvPr>
          <p:cNvSpPr>
            <a:spLocks xmlns:a="http://schemas.openxmlformats.org/drawingml/2006/main" noGrp="1"/>
          </p:cNvSpPr>
          <p:nvPr/>
        </p:nvSpPr>
        <p:spPr>
          <a:xfrm xmlns:a="http://schemas.openxmlformats.org/drawingml/2006/main">
            <a:off x="714375" y="16478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Sjöbo Books</a:t>
            </a:r>
          </a:p>
        </p:txBody>
      </p:sp>
      <p:sp>
        <p:nvSpPr>
          <p:cNvPr id="11" name="">
            <a:extLst xmlns:a="http://schemas.openxmlformats.org/drawingml/2006/main">
              <a:ext uri="{FF2B5EF4-FFF2-40B4-BE49-F238E27FC236}">
                <a16:creationId xmlns:a16="http://schemas.microsoft.com/office/drawing/2014/main" id="{F2AE9392-7183-4C5B-9F84-4757A6F66A51}"/>
              </a:ext>
            </a:extLst>
          </p:cNvPr>
          <p:cNvSpPr>
            <a:spLocks xmlns:a="http://schemas.openxmlformats.org/drawingml/2006/main" noGrp="1"/>
          </p:cNvSpPr>
          <p:nvPr/>
        </p:nvSpPr>
        <p:spPr>
          <a:xfrm xmlns:a="http://schemas.openxmlformats.org/drawingml/2006/main">
            <a:off x="6334125" y="16954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Home       Shop       Cart (2)</a:t>
            </a:r>
          </a:p>
        </p:txBody>
      </p:sp>
      <p:sp>
        <p:nvSpPr>
          <p:cNvPr id="12" name="">
            <a:extLst xmlns:a="http://schemas.openxmlformats.org/drawingml/2006/main">
              <a:ext uri="{FF2B5EF4-FFF2-40B4-BE49-F238E27FC236}">
                <a16:creationId xmlns:a16="http://schemas.microsoft.com/office/drawing/2014/main" id="{FB25C9DD-D879-436F-A319-B28B09BA4E46}"/>
              </a:ext>
            </a:extLst>
          </p:cNvPr>
          <p:cNvSpPr>
            <a:spLocks xmlns:a="http://schemas.openxmlformats.org/drawingml/2006/main" noGrp="1"/>
          </p:cNvSpPr>
          <p:nvPr/>
        </p:nvSpPr>
        <p:spPr>
          <a:xfrm xmlns:a="http://schemas.openxmlformats.org/drawingml/2006/main">
            <a:off x="571500" y="7143750"/>
            <a:ext cx="90487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3" name="">
            <a:extLst xmlns:a="http://schemas.openxmlformats.org/drawingml/2006/main">
              <a:ext uri="{FF2B5EF4-FFF2-40B4-BE49-F238E27FC236}">
                <a16:creationId xmlns:a16="http://schemas.microsoft.com/office/drawing/2014/main" id="{9483CD47-7ADE-498B-BDD4-4F0B58B32CD6}"/>
              </a:ext>
            </a:extLst>
          </p:cNvPr>
          <p:cNvSpPr>
            <a:spLocks xmlns:a="http://schemas.openxmlformats.org/drawingml/2006/main" noGrp="1"/>
          </p:cNvSpPr>
          <p:nvPr/>
        </p:nvSpPr>
        <p:spPr>
          <a:xfrm xmlns:a="http://schemas.openxmlformats.org/drawingml/2006/main">
            <a:off x="10477500" y="1524000"/>
            <a:ext cx="31432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19E1B216-9BE1-423D-865B-D33AB5241BB2}"/>
              </a:ext>
            </a:extLst>
          </p:cNvPr>
          <p:cNvSpPr>
            <a:spLocks xmlns:a="http://schemas.openxmlformats.org/drawingml/2006/main" noGrp="1"/>
          </p:cNvSpPr>
          <p:nvPr/>
        </p:nvSpPr>
        <p:spPr>
          <a:xfrm xmlns:a="http://schemas.openxmlformats.org/drawingml/2006/main">
            <a:off x="10477500" y="1524000"/>
            <a:ext cx="31432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BB16C13D-E7B3-4C0D-913E-1EAC13E208FC}"/>
              </a:ext>
            </a:extLst>
          </p:cNvPr>
          <p:cNvSpPr>
            <a:spLocks xmlns:a="http://schemas.openxmlformats.org/drawingml/2006/main" noGrp="1"/>
          </p:cNvSpPr>
          <p:nvPr/>
        </p:nvSpPr>
        <p:spPr>
          <a:xfrm xmlns:a="http://schemas.openxmlformats.org/drawingml/2006/main">
            <a:off x="10620375" y="1647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Sjöbo Books</a:t>
            </a:r>
          </a:p>
        </p:txBody>
      </p:sp>
      <p:sp>
        <p:nvSpPr>
          <p:cNvPr id="16" name="">
            <a:extLst xmlns:a="http://schemas.openxmlformats.org/drawingml/2006/main">
              <a:ext uri="{FF2B5EF4-FFF2-40B4-BE49-F238E27FC236}">
                <a16:creationId xmlns:a16="http://schemas.microsoft.com/office/drawing/2014/main" id="{C822BEC2-84AC-454B-99EE-2B9326C5AF37}"/>
              </a:ext>
            </a:extLst>
          </p:cNvPr>
          <p:cNvSpPr>
            <a:spLocks xmlns:a="http://schemas.openxmlformats.org/drawingml/2006/main" noGrp="1"/>
          </p:cNvSpPr>
          <p:nvPr/>
        </p:nvSpPr>
        <p:spPr>
          <a:xfrm xmlns:a="http://schemas.openxmlformats.org/drawingml/2006/main">
            <a:off x="12192000" y="169545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263A32"/>
                </a:solidFill>
                <a:latin typeface="Arial"/>
                <a:ea typeface="Arial"/>
                <a:cs typeface="Arial"/>
              </a:defRPr>
            </a:defPPr>
          </a:lstStyle>
          <a:p xmlns:a="http://schemas.openxmlformats.org/drawingml/2006/main">
            <a:pPr>
              <a:defRPr sz="1125" b="0">
                <a:solidFill>
                  <a:srgbClr val="263A32"/>
                </a:solidFill>
                <a:latin typeface="Arial"/>
                <a:ea typeface="Arial"/>
                <a:cs typeface="Arial"/>
              </a:defRPr>
            </a:pPr>
            <a:r>
              <a:rPr sz="1125" b="0">
                <a:solidFill>
                  <a:srgbClr val="263A32"/>
                </a:solidFill>
                <a:latin typeface="Arial"/>
                <a:ea typeface="Arial"/>
                <a:cs typeface="Arial"/>
              </a:rPr>
              <a:t>Menu   Cart (2)</a:t>
            </a:r>
          </a:p>
        </p:txBody>
      </p:sp>
      <p:sp>
        <p:nvSpPr>
          <p:cNvPr id="17" name="">
            <a:extLst xmlns:a="http://schemas.openxmlformats.org/drawingml/2006/main">
              <a:ext uri="{FF2B5EF4-FFF2-40B4-BE49-F238E27FC236}">
                <a16:creationId xmlns:a16="http://schemas.microsoft.com/office/drawing/2014/main" id="{88429BB3-7F05-4E22-A939-20E25D3DA6BB}"/>
              </a:ext>
            </a:extLst>
          </p:cNvPr>
          <p:cNvSpPr>
            <a:spLocks xmlns:a="http://schemas.openxmlformats.org/drawingml/2006/main" noGrp="1"/>
          </p:cNvSpPr>
          <p:nvPr/>
        </p:nvSpPr>
        <p:spPr>
          <a:xfrm xmlns:a="http://schemas.openxmlformats.org/drawingml/2006/main">
            <a:off x="10477500" y="7143750"/>
            <a:ext cx="31432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8" name="">
            <a:extLst xmlns:a="http://schemas.openxmlformats.org/drawingml/2006/main">
              <a:ext uri="{FF2B5EF4-FFF2-40B4-BE49-F238E27FC236}">
                <a16:creationId xmlns:a16="http://schemas.microsoft.com/office/drawing/2014/main" id="{784DFB4E-77E4-4D3F-8914-A236DE33FE33}"/>
              </a:ext>
            </a:extLst>
          </p:cNvPr>
          <p:cNvSpPr>
            <a:spLocks xmlns:a="http://schemas.openxmlformats.org/drawingml/2006/main" noGrp="1"/>
          </p:cNvSpPr>
          <p:nvPr/>
        </p:nvSpPr>
        <p:spPr>
          <a:xfrm xmlns:a="http://schemas.openxmlformats.org/drawingml/2006/main">
            <a:off x="857250" y="242887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63A32"/>
                </a:solidFill>
                <a:latin typeface="Arial"/>
                <a:ea typeface="Arial"/>
                <a:cs typeface="Arial"/>
              </a:defRPr>
            </a:defPPr>
          </a:lstStyle>
          <a:p xmlns:a="http://schemas.openxmlformats.org/drawingml/2006/main">
            <a:pPr>
              <a:defRPr sz="2700" b="1">
                <a:solidFill>
                  <a:srgbClr val="263A32"/>
                </a:solidFill>
                <a:latin typeface="Arial"/>
                <a:ea typeface="Arial"/>
                <a:cs typeface="Arial"/>
              </a:defRPr>
            </a:pPr>
            <a:r>
              <a:rPr sz="2700" b="1">
                <a:solidFill>
                  <a:srgbClr val="263A32"/>
                </a:solidFill>
                <a:latin typeface="Arial"/>
                <a:ea typeface="Arial"/>
                <a:cs typeface="Arial"/>
              </a:rPr>
              <a:t>Find your next great read.</a:t>
            </a:r>
          </a:p>
        </p:txBody>
      </p:sp>
      <p:sp>
        <p:nvSpPr>
          <p:cNvPr id="19" name="">
            <a:extLst xmlns:a="http://schemas.openxmlformats.org/drawingml/2006/main">
              <a:ext uri="{FF2B5EF4-FFF2-40B4-BE49-F238E27FC236}">
                <a16:creationId xmlns:a16="http://schemas.microsoft.com/office/drawing/2014/main" id="{291DB9CF-7943-431F-9B90-96365FBF2C98}"/>
              </a:ext>
            </a:extLst>
          </p:cNvPr>
          <p:cNvSpPr>
            <a:spLocks xmlns:a="http://schemas.openxmlformats.org/drawingml/2006/main" noGrp="1"/>
          </p:cNvSpPr>
          <p:nvPr/>
        </p:nvSpPr>
        <p:spPr>
          <a:xfrm xmlns:a="http://schemas.openxmlformats.org/drawingml/2006/main">
            <a:off x="857250" y="30575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A32"/>
                </a:solidFill>
                <a:latin typeface="Arial"/>
                <a:ea typeface="Arial"/>
                <a:cs typeface="Arial"/>
              </a:defRPr>
            </a:defPPr>
          </a:lstStyle>
          <a:p xmlns:a="http://schemas.openxmlformats.org/drawingml/2006/main">
            <a:pPr>
              <a:defRPr sz="1875" b="0">
                <a:solidFill>
                  <a:srgbClr val="263A32"/>
                </a:solidFill>
                <a:latin typeface="Arial"/>
                <a:ea typeface="Arial"/>
                <a:cs typeface="Arial"/>
              </a:defRPr>
            </a:pPr>
            <a:r>
              <a:rPr sz="1875" b="0">
                <a:solidFill>
                  <a:srgbClr val="263A32"/>
                </a:solidFill>
                <a:latin typeface="Arial"/>
                <a:ea typeface="Arial"/>
                <a:cs typeface="Arial"/>
              </a:rPr>
              <a:t>Discover books across your favourite genres.</a:t>
            </a:r>
          </a:p>
        </p:txBody>
      </p:sp>
      <p:sp>
        <p:nvSpPr>
          <p:cNvPr id="20" name="">
            <a:extLst xmlns:a="http://schemas.openxmlformats.org/drawingml/2006/main">
              <a:ext uri="{FF2B5EF4-FFF2-40B4-BE49-F238E27FC236}">
                <a16:creationId xmlns:a16="http://schemas.microsoft.com/office/drawing/2014/main" id="{0EEC7848-569C-48BB-A70B-BFA2B21D1EDF}"/>
              </a:ext>
            </a:extLst>
          </p:cNvPr>
          <p:cNvSpPr>
            <a:spLocks xmlns:a="http://schemas.openxmlformats.org/drawingml/2006/main" noGrp="1"/>
          </p:cNvSpPr>
          <p:nvPr/>
        </p:nvSpPr>
        <p:spPr>
          <a:xfrm xmlns:a="http://schemas.openxmlformats.org/drawingml/2006/main">
            <a:off x="857250" y="3638550"/>
            <a:ext cx="2095500" cy="419100"/>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Browse books</a:t>
            </a:r>
          </a:p>
        </p:txBody>
      </p:sp>
      <p:sp>
        <p:nvSpPr>
          <p:cNvPr id="21" name="">
            <a:extLst xmlns:a="http://schemas.openxmlformats.org/drawingml/2006/main">
              <a:ext uri="{FF2B5EF4-FFF2-40B4-BE49-F238E27FC236}">
                <a16:creationId xmlns:a16="http://schemas.microsoft.com/office/drawing/2014/main" id="{9080786F-E5BC-4EDF-B1BD-159C7D1022D1}"/>
              </a:ext>
            </a:extLst>
          </p:cNvPr>
          <p:cNvSpPr>
            <a:spLocks xmlns:a="http://schemas.openxmlformats.org/drawingml/2006/main" noGrp="1"/>
          </p:cNvSpPr>
          <p:nvPr/>
        </p:nvSpPr>
        <p:spPr>
          <a:xfrm xmlns:a="http://schemas.openxmlformats.org/drawingml/2006/main">
            <a:off x="857250" y="42862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63A32"/>
                </a:solidFill>
                <a:latin typeface="Arial"/>
                <a:ea typeface="Arial"/>
                <a:cs typeface="Arial"/>
              </a:defRPr>
            </a:defPPr>
          </a:lstStyle>
          <a:p xmlns:a="http://schemas.openxmlformats.org/drawingml/2006/main">
            <a:pPr>
              <a:defRPr sz="2100" b="1">
                <a:solidFill>
                  <a:srgbClr val="263A32"/>
                </a:solidFill>
                <a:latin typeface="Arial"/>
                <a:ea typeface="Arial"/>
                <a:cs typeface="Arial"/>
              </a:defRPr>
            </a:pPr>
            <a:r>
              <a:rPr sz="2100" b="1">
                <a:solidFill>
                  <a:srgbClr val="263A32"/>
                </a:solidFill>
                <a:latin typeface="Arial"/>
                <a:ea typeface="Arial"/>
                <a:cs typeface="Arial"/>
              </a:rPr>
              <a:t>Featured books</a:t>
            </a:r>
          </a:p>
        </p:txBody>
      </p:sp>
      <p:sp>
        <p:nvSpPr>
          <p:cNvPr id="22" name="">
            <a:extLst xmlns:a="http://schemas.openxmlformats.org/drawingml/2006/main">
              <a:ext uri="{FF2B5EF4-FFF2-40B4-BE49-F238E27FC236}">
                <a16:creationId xmlns:a16="http://schemas.microsoft.com/office/drawing/2014/main" id="{AE67C7A0-D27C-4032-B5F8-7B6583EC2DFD}"/>
              </a:ext>
            </a:extLst>
          </p:cNvPr>
          <p:cNvSpPr>
            <a:spLocks xmlns:a="http://schemas.openxmlformats.org/drawingml/2006/main" noGrp="1"/>
          </p:cNvSpPr>
          <p:nvPr/>
        </p:nvSpPr>
        <p:spPr>
          <a:xfrm xmlns:a="http://schemas.openxmlformats.org/drawingml/2006/main">
            <a:off x="971550" y="499110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23" name="">
            <a:extLst xmlns:a="http://schemas.openxmlformats.org/drawingml/2006/main">
              <a:ext uri="{FF2B5EF4-FFF2-40B4-BE49-F238E27FC236}">
                <a16:creationId xmlns:a16="http://schemas.microsoft.com/office/drawing/2014/main" id="{24E70194-621C-45F0-87BA-CEF9501FE6FD}"/>
              </a:ext>
            </a:extLst>
          </p:cNvPr>
          <p:cNvSpPr>
            <a:spLocks xmlns:a="http://schemas.openxmlformats.org/drawingml/2006/main" noGrp="1"/>
          </p:cNvSpPr>
          <p:nvPr/>
        </p:nvSpPr>
        <p:spPr>
          <a:xfrm xmlns:a="http://schemas.openxmlformats.org/drawingml/2006/main">
            <a:off x="1857375" y="5048250"/>
            <a:ext cx="1552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24" name="">
            <a:extLst xmlns:a="http://schemas.openxmlformats.org/drawingml/2006/main">
              <a:ext uri="{FF2B5EF4-FFF2-40B4-BE49-F238E27FC236}">
                <a16:creationId xmlns:a16="http://schemas.microsoft.com/office/drawing/2014/main" id="{226FDF22-902E-481E-829A-6B5E17156987}"/>
              </a:ext>
            </a:extLst>
          </p:cNvPr>
          <p:cNvSpPr>
            <a:spLocks xmlns:a="http://schemas.openxmlformats.org/drawingml/2006/main" noGrp="1"/>
          </p:cNvSpPr>
          <p:nvPr/>
        </p:nvSpPr>
        <p:spPr>
          <a:xfrm xmlns:a="http://schemas.openxmlformats.org/drawingml/2006/main">
            <a:off x="1857375" y="5419725"/>
            <a:ext cx="1552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25" name="">
            <a:extLst xmlns:a="http://schemas.openxmlformats.org/drawingml/2006/main">
              <a:ext uri="{FF2B5EF4-FFF2-40B4-BE49-F238E27FC236}">
                <a16:creationId xmlns:a16="http://schemas.microsoft.com/office/drawing/2014/main" id="{C498B08D-610A-4539-A87D-249D04BB5675}"/>
              </a:ext>
            </a:extLst>
          </p:cNvPr>
          <p:cNvSpPr>
            <a:spLocks xmlns:a="http://schemas.openxmlformats.org/drawingml/2006/main" noGrp="1"/>
          </p:cNvSpPr>
          <p:nvPr/>
        </p:nvSpPr>
        <p:spPr>
          <a:xfrm xmlns:a="http://schemas.openxmlformats.org/drawingml/2006/main">
            <a:off x="1857375" y="5753100"/>
            <a:ext cx="1552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26" name="">
            <a:extLst xmlns:a="http://schemas.openxmlformats.org/drawingml/2006/main">
              <a:ext uri="{FF2B5EF4-FFF2-40B4-BE49-F238E27FC236}">
                <a16:creationId xmlns:a16="http://schemas.microsoft.com/office/drawing/2014/main" id="{6456B5B0-2B19-45F1-9F27-4384E4409BB5}"/>
              </a:ext>
            </a:extLst>
          </p:cNvPr>
          <p:cNvSpPr>
            <a:spLocks xmlns:a="http://schemas.openxmlformats.org/drawingml/2006/main" noGrp="1"/>
          </p:cNvSpPr>
          <p:nvPr/>
        </p:nvSpPr>
        <p:spPr>
          <a:xfrm xmlns:a="http://schemas.openxmlformats.org/drawingml/2006/main">
            <a:off x="971550" y="6238875"/>
            <a:ext cx="23907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27" name="">
            <a:extLst xmlns:a="http://schemas.openxmlformats.org/drawingml/2006/main">
              <a:ext uri="{FF2B5EF4-FFF2-40B4-BE49-F238E27FC236}">
                <a16:creationId xmlns:a16="http://schemas.microsoft.com/office/drawing/2014/main" id="{01E9E765-4AA1-4338-8484-D573770CDFF3}"/>
              </a:ext>
            </a:extLst>
          </p:cNvPr>
          <p:cNvSpPr>
            <a:spLocks xmlns:a="http://schemas.openxmlformats.org/drawingml/2006/main" noGrp="1"/>
          </p:cNvSpPr>
          <p:nvPr/>
        </p:nvSpPr>
        <p:spPr>
          <a:xfrm xmlns:a="http://schemas.openxmlformats.org/drawingml/2006/main">
            <a:off x="971550" y="6562725"/>
            <a:ext cx="23907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28" name="">
            <a:extLst xmlns:a="http://schemas.openxmlformats.org/drawingml/2006/main">
              <a:ext uri="{FF2B5EF4-FFF2-40B4-BE49-F238E27FC236}">
                <a16:creationId xmlns:a16="http://schemas.microsoft.com/office/drawing/2014/main" id="{30497D7E-EB1E-47F8-A292-B7484092A0F6}"/>
              </a:ext>
            </a:extLst>
          </p:cNvPr>
          <p:cNvSpPr>
            <a:spLocks xmlns:a="http://schemas.openxmlformats.org/drawingml/2006/main" noGrp="1"/>
          </p:cNvSpPr>
          <p:nvPr/>
        </p:nvSpPr>
        <p:spPr>
          <a:xfrm xmlns:a="http://schemas.openxmlformats.org/drawingml/2006/main">
            <a:off x="857250" y="4876800"/>
            <a:ext cx="2619375" cy="2009775"/>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9" name="">
            <a:extLst xmlns:a="http://schemas.openxmlformats.org/drawingml/2006/main">
              <a:ext uri="{FF2B5EF4-FFF2-40B4-BE49-F238E27FC236}">
                <a16:creationId xmlns:a16="http://schemas.microsoft.com/office/drawing/2014/main" id="{80FBE723-554A-4AEA-A5C2-D78AB39D9A8F}"/>
              </a:ext>
            </a:extLst>
          </p:cNvPr>
          <p:cNvSpPr>
            <a:spLocks xmlns:a="http://schemas.openxmlformats.org/drawingml/2006/main" noGrp="1"/>
          </p:cNvSpPr>
          <p:nvPr/>
        </p:nvSpPr>
        <p:spPr>
          <a:xfrm xmlns:a="http://schemas.openxmlformats.org/drawingml/2006/main">
            <a:off x="3800475" y="499110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30" name="">
            <a:extLst xmlns:a="http://schemas.openxmlformats.org/drawingml/2006/main">
              <a:ext uri="{FF2B5EF4-FFF2-40B4-BE49-F238E27FC236}">
                <a16:creationId xmlns:a16="http://schemas.microsoft.com/office/drawing/2014/main" id="{7C606DDB-00AE-4C66-896F-31E3E92736FD}"/>
              </a:ext>
            </a:extLst>
          </p:cNvPr>
          <p:cNvSpPr>
            <a:spLocks xmlns:a="http://schemas.openxmlformats.org/drawingml/2006/main" noGrp="1"/>
          </p:cNvSpPr>
          <p:nvPr/>
        </p:nvSpPr>
        <p:spPr>
          <a:xfrm xmlns:a="http://schemas.openxmlformats.org/drawingml/2006/main">
            <a:off x="4686300" y="5048250"/>
            <a:ext cx="1552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31" name="">
            <a:extLst xmlns:a="http://schemas.openxmlformats.org/drawingml/2006/main">
              <a:ext uri="{FF2B5EF4-FFF2-40B4-BE49-F238E27FC236}">
                <a16:creationId xmlns:a16="http://schemas.microsoft.com/office/drawing/2014/main" id="{68765BBE-B7DB-46D0-BD05-A57CAAE2EE10}"/>
              </a:ext>
            </a:extLst>
          </p:cNvPr>
          <p:cNvSpPr>
            <a:spLocks xmlns:a="http://schemas.openxmlformats.org/drawingml/2006/main" noGrp="1"/>
          </p:cNvSpPr>
          <p:nvPr/>
        </p:nvSpPr>
        <p:spPr>
          <a:xfrm xmlns:a="http://schemas.openxmlformats.org/drawingml/2006/main">
            <a:off x="4686300" y="5419725"/>
            <a:ext cx="1552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32" name="">
            <a:extLst xmlns:a="http://schemas.openxmlformats.org/drawingml/2006/main">
              <a:ext uri="{FF2B5EF4-FFF2-40B4-BE49-F238E27FC236}">
                <a16:creationId xmlns:a16="http://schemas.microsoft.com/office/drawing/2014/main" id="{C5A12EE9-715D-493F-A58E-9320F8CDEA19}"/>
              </a:ext>
            </a:extLst>
          </p:cNvPr>
          <p:cNvSpPr>
            <a:spLocks xmlns:a="http://schemas.openxmlformats.org/drawingml/2006/main" noGrp="1"/>
          </p:cNvSpPr>
          <p:nvPr/>
        </p:nvSpPr>
        <p:spPr>
          <a:xfrm xmlns:a="http://schemas.openxmlformats.org/drawingml/2006/main">
            <a:off x="4686300" y="5753100"/>
            <a:ext cx="1552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33" name="">
            <a:extLst xmlns:a="http://schemas.openxmlformats.org/drawingml/2006/main">
              <a:ext uri="{FF2B5EF4-FFF2-40B4-BE49-F238E27FC236}">
                <a16:creationId xmlns:a16="http://schemas.microsoft.com/office/drawing/2014/main" id="{BB8E94F0-8B5A-4C4F-B70D-4FA09FBC5B08}"/>
              </a:ext>
            </a:extLst>
          </p:cNvPr>
          <p:cNvSpPr>
            <a:spLocks xmlns:a="http://schemas.openxmlformats.org/drawingml/2006/main" noGrp="1"/>
          </p:cNvSpPr>
          <p:nvPr/>
        </p:nvSpPr>
        <p:spPr>
          <a:xfrm xmlns:a="http://schemas.openxmlformats.org/drawingml/2006/main">
            <a:off x="3800475" y="6238875"/>
            <a:ext cx="23907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34" name="">
            <a:extLst xmlns:a="http://schemas.openxmlformats.org/drawingml/2006/main">
              <a:ext uri="{FF2B5EF4-FFF2-40B4-BE49-F238E27FC236}">
                <a16:creationId xmlns:a16="http://schemas.microsoft.com/office/drawing/2014/main" id="{E80F1293-86DA-4BC1-860F-F1B75E2BD11D}"/>
              </a:ext>
            </a:extLst>
          </p:cNvPr>
          <p:cNvSpPr>
            <a:spLocks xmlns:a="http://schemas.openxmlformats.org/drawingml/2006/main" noGrp="1"/>
          </p:cNvSpPr>
          <p:nvPr/>
        </p:nvSpPr>
        <p:spPr>
          <a:xfrm xmlns:a="http://schemas.openxmlformats.org/drawingml/2006/main">
            <a:off x="3800475" y="6562725"/>
            <a:ext cx="23907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35" name="">
            <a:extLst xmlns:a="http://schemas.openxmlformats.org/drawingml/2006/main">
              <a:ext uri="{FF2B5EF4-FFF2-40B4-BE49-F238E27FC236}">
                <a16:creationId xmlns:a16="http://schemas.microsoft.com/office/drawing/2014/main" id="{E6A5102D-3AFD-4EC8-9CC2-F021C9DBF77E}"/>
              </a:ext>
            </a:extLst>
          </p:cNvPr>
          <p:cNvSpPr>
            <a:spLocks xmlns:a="http://schemas.openxmlformats.org/drawingml/2006/main" noGrp="1"/>
          </p:cNvSpPr>
          <p:nvPr/>
        </p:nvSpPr>
        <p:spPr>
          <a:xfrm xmlns:a="http://schemas.openxmlformats.org/drawingml/2006/main">
            <a:off x="3686175" y="4876800"/>
            <a:ext cx="2619375" cy="2009775"/>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36" name="">
            <a:extLst xmlns:a="http://schemas.openxmlformats.org/drawingml/2006/main">
              <a:ext uri="{FF2B5EF4-FFF2-40B4-BE49-F238E27FC236}">
                <a16:creationId xmlns:a16="http://schemas.microsoft.com/office/drawing/2014/main" id="{831017E6-4F6E-4EF2-97DF-DD00F7D44462}"/>
              </a:ext>
            </a:extLst>
          </p:cNvPr>
          <p:cNvSpPr>
            <a:spLocks xmlns:a="http://schemas.openxmlformats.org/drawingml/2006/main" noGrp="1"/>
          </p:cNvSpPr>
          <p:nvPr/>
        </p:nvSpPr>
        <p:spPr>
          <a:xfrm xmlns:a="http://schemas.openxmlformats.org/drawingml/2006/main">
            <a:off x="6629400" y="499110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37" name="">
            <a:extLst xmlns:a="http://schemas.openxmlformats.org/drawingml/2006/main">
              <a:ext uri="{FF2B5EF4-FFF2-40B4-BE49-F238E27FC236}">
                <a16:creationId xmlns:a16="http://schemas.microsoft.com/office/drawing/2014/main" id="{8EFFCA91-40A4-4CE9-ABAF-63BB376CB15D}"/>
              </a:ext>
            </a:extLst>
          </p:cNvPr>
          <p:cNvSpPr>
            <a:spLocks xmlns:a="http://schemas.openxmlformats.org/drawingml/2006/main" noGrp="1"/>
          </p:cNvSpPr>
          <p:nvPr/>
        </p:nvSpPr>
        <p:spPr>
          <a:xfrm xmlns:a="http://schemas.openxmlformats.org/drawingml/2006/main">
            <a:off x="7515225" y="5048250"/>
            <a:ext cx="1552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38" name="">
            <a:extLst xmlns:a="http://schemas.openxmlformats.org/drawingml/2006/main">
              <a:ext uri="{FF2B5EF4-FFF2-40B4-BE49-F238E27FC236}">
                <a16:creationId xmlns:a16="http://schemas.microsoft.com/office/drawing/2014/main" id="{4BDB1ED6-2F8A-445C-BBE0-DE5E8C396E8C}"/>
              </a:ext>
            </a:extLst>
          </p:cNvPr>
          <p:cNvSpPr>
            <a:spLocks xmlns:a="http://schemas.openxmlformats.org/drawingml/2006/main" noGrp="1"/>
          </p:cNvSpPr>
          <p:nvPr/>
        </p:nvSpPr>
        <p:spPr>
          <a:xfrm xmlns:a="http://schemas.openxmlformats.org/drawingml/2006/main">
            <a:off x="7515225" y="5419725"/>
            <a:ext cx="1552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39" name="">
            <a:extLst xmlns:a="http://schemas.openxmlformats.org/drawingml/2006/main">
              <a:ext uri="{FF2B5EF4-FFF2-40B4-BE49-F238E27FC236}">
                <a16:creationId xmlns:a16="http://schemas.microsoft.com/office/drawing/2014/main" id="{603E6CAB-DBAF-4361-A914-643FB7C0AAD7}"/>
              </a:ext>
            </a:extLst>
          </p:cNvPr>
          <p:cNvSpPr>
            <a:spLocks xmlns:a="http://schemas.openxmlformats.org/drawingml/2006/main" noGrp="1"/>
          </p:cNvSpPr>
          <p:nvPr/>
        </p:nvSpPr>
        <p:spPr>
          <a:xfrm xmlns:a="http://schemas.openxmlformats.org/drawingml/2006/main">
            <a:off x="7515225" y="5753100"/>
            <a:ext cx="1552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40" name="">
            <a:extLst xmlns:a="http://schemas.openxmlformats.org/drawingml/2006/main">
              <a:ext uri="{FF2B5EF4-FFF2-40B4-BE49-F238E27FC236}">
                <a16:creationId xmlns:a16="http://schemas.microsoft.com/office/drawing/2014/main" id="{1BEC785F-4397-45E9-A910-C59976F3F4DB}"/>
              </a:ext>
            </a:extLst>
          </p:cNvPr>
          <p:cNvSpPr>
            <a:spLocks xmlns:a="http://schemas.openxmlformats.org/drawingml/2006/main" noGrp="1"/>
          </p:cNvSpPr>
          <p:nvPr/>
        </p:nvSpPr>
        <p:spPr>
          <a:xfrm xmlns:a="http://schemas.openxmlformats.org/drawingml/2006/main">
            <a:off x="6629400" y="6238875"/>
            <a:ext cx="23907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41" name="">
            <a:extLst xmlns:a="http://schemas.openxmlformats.org/drawingml/2006/main">
              <a:ext uri="{FF2B5EF4-FFF2-40B4-BE49-F238E27FC236}">
                <a16:creationId xmlns:a16="http://schemas.microsoft.com/office/drawing/2014/main" id="{688E3BBC-4A91-424C-BEA2-187077F29E18}"/>
              </a:ext>
            </a:extLst>
          </p:cNvPr>
          <p:cNvSpPr>
            <a:spLocks xmlns:a="http://schemas.openxmlformats.org/drawingml/2006/main" noGrp="1"/>
          </p:cNvSpPr>
          <p:nvPr/>
        </p:nvSpPr>
        <p:spPr>
          <a:xfrm xmlns:a="http://schemas.openxmlformats.org/drawingml/2006/main">
            <a:off x="6629400" y="6562725"/>
            <a:ext cx="23907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42" name="">
            <a:extLst xmlns:a="http://schemas.openxmlformats.org/drawingml/2006/main">
              <a:ext uri="{FF2B5EF4-FFF2-40B4-BE49-F238E27FC236}">
                <a16:creationId xmlns:a16="http://schemas.microsoft.com/office/drawing/2014/main" id="{CA9C224C-5C5D-4782-AE12-773FAD69B637}"/>
              </a:ext>
            </a:extLst>
          </p:cNvPr>
          <p:cNvSpPr>
            <a:spLocks xmlns:a="http://schemas.openxmlformats.org/drawingml/2006/main" noGrp="1"/>
          </p:cNvSpPr>
          <p:nvPr/>
        </p:nvSpPr>
        <p:spPr>
          <a:xfrm xmlns:a="http://schemas.openxmlformats.org/drawingml/2006/main">
            <a:off x="6515100" y="4876800"/>
            <a:ext cx="2619375" cy="2009775"/>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43" name="">
            <a:extLst xmlns:a="http://schemas.openxmlformats.org/drawingml/2006/main">
              <a:ext uri="{FF2B5EF4-FFF2-40B4-BE49-F238E27FC236}">
                <a16:creationId xmlns:a16="http://schemas.microsoft.com/office/drawing/2014/main" id="{966DB910-FFBA-4969-B9CA-209227484E9C}"/>
              </a:ext>
            </a:extLst>
          </p:cNvPr>
          <p:cNvSpPr>
            <a:spLocks xmlns:a="http://schemas.openxmlformats.org/drawingml/2006/main" noGrp="1"/>
          </p:cNvSpPr>
          <p:nvPr/>
        </p:nvSpPr>
        <p:spPr>
          <a:xfrm xmlns:a="http://schemas.openxmlformats.org/drawingml/2006/main">
            <a:off x="10648950" y="2333625"/>
            <a:ext cx="2809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3A32"/>
                </a:solidFill>
                <a:latin typeface="Arial"/>
                <a:ea typeface="Arial"/>
                <a:cs typeface="Arial"/>
              </a:defRPr>
            </a:defPPr>
          </a:lstStyle>
          <a:p xmlns:a="http://schemas.openxmlformats.org/drawingml/2006/main">
            <a:pPr>
              <a:defRPr sz="2175" b="1">
                <a:solidFill>
                  <a:srgbClr val="263A32"/>
                </a:solidFill>
                <a:latin typeface="Arial"/>
                <a:ea typeface="Arial"/>
                <a:cs typeface="Arial"/>
              </a:defRPr>
            </a:pPr>
            <a:r>
              <a:rPr sz="2175" b="1">
                <a:solidFill>
                  <a:srgbClr val="263A32"/>
                </a:solidFill>
                <a:latin typeface="Arial"/>
                <a:ea typeface="Arial"/>
                <a:cs typeface="Arial"/>
              </a:rPr>
              <a:t>Find your next</a:t>
            </a:r>
          </a:p>
          <a:p xmlns:a="http://schemas.openxmlformats.org/drawingml/2006/main">
            <a:pPr>
              <a:defRPr sz="2175" b="1">
                <a:solidFill>
                  <a:srgbClr val="263A32"/>
                </a:solidFill>
                <a:latin typeface="Arial"/>
                <a:ea typeface="Arial"/>
                <a:cs typeface="Arial"/>
              </a:defRPr>
            </a:pPr>
            <a:r>
              <a:rPr sz="2175" b="1">
                <a:solidFill>
                  <a:srgbClr val="263A32"/>
                </a:solidFill>
                <a:latin typeface="Arial"/>
                <a:ea typeface="Arial"/>
                <a:cs typeface="Arial"/>
              </a:rPr>
              <a:t>great read.</a:t>
            </a:r>
          </a:p>
        </p:txBody>
      </p:sp>
      <p:sp>
        <p:nvSpPr>
          <p:cNvPr id="44" name="">
            <a:extLst xmlns:a="http://schemas.openxmlformats.org/drawingml/2006/main">
              <a:ext uri="{FF2B5EF4-FFF2-40B4-BE49-F238E27FC236}">
                <a16:creationId xmlns:a16="http://schemas.microsoft.com/office/drawing/2014/main" id="{CC541A8B-8282-46A1-B115-BDB35BD878AA}"/>
              </a:ext>
            </a:extLst>
          </p:cNvPr>
          <p:cNvSpPr>
            <a:spLocks xmlns:a="http://schemas.openxmlformats.org/drawingml/2006/main" noGrp="1"/>
          </p:cNvSpPr>
          <p:nvPr/>
        </p:nvSpPr>
        <p:spPr>
          <a:xfrm xmlns:a="http://schemas.openxmlformats.org/drawingml/2006/main">
            <a:off x="10648950" y="3238500"/>
            <a:ext cx="280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263A32"/>
                </a:solidFill>
                <a:latin typeface="Arial"/>
                <a:ea typeface="Arial"/>
                <a:cs typeface="Arial"/>
              </a:defRPr>
            </a:defPPr>
          </a:lstStyle>
          <a:p xmlns:a="http://schemas.openxmlformats.org/drawingml/2006/main">
            <a:pPr>
              <a:defRPr sz="1500" b="0">
                <a:solidFill>
                  <a:srgbClr val="263A32"/>
                </a:solidFill>
                <a:latin typeface="Arial"/>
                <a:ea typeface="Arial"/>
                <a:cs typeface="Arial"/>
              </a:defRPr>
            </a:pPr>
            <a:r>
              <a:rPr sz="1500" b="0">
                <a:solidFill>
                  <a:srgbClr val="263A32"/>
                </a:solidFill>
                <a:latin typeface="Arial"/>
                <a:ea typeface="Arial"/>
                <a:cs typeface="Arial"/>
              </a:rPr>
              <a:t>Discover your next book.</a:t>
            </a:r>
          </a:p>
        </p:txBody>
      </p:sp>
      <p:sp>
        <p:nvSpPr>
          <p:cNvPr id="45" name="">
            <a:extLst xmlns:a="http://schemas.openxmlformats.org/drawingml/2006/main">
              <a:ext uri="{FF2B5EF4-FFF2-40B4-BE49-F238E27FC236}">
                <a16:creationId xmlns:a16="http://schemas.microsoft.com/office/drawing/2014/main" id="{48AB94EE-DCC3-46EF-94BD-FA10765E4C1C}"/>
              </a:ext>
            </a:extLst>
          </p:cNvPr>
          <p:cNvSpPr>
            <a:spLocks xmlns:a="http://schemas.openxmlformats.org/drawingml/2006/main" noGrp="1"/>
          </p:cNvSpPr>
          <p:nvPr/>
        </p:nvSpPr>
        <p:spPr>
          <a:xfrm xmlns:a="http://schemas.openxmlformats.org/drawingml/2006/main">
            <a:off x="10648950" y="3714750"/>
            <a:ext cx="2809875" cy="381000"/>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Browse books</a:t>
            </a:r>
          </a:p>
        </p:txBody>
      </p:sp>
      <p:sp>
        <p:nvSpPr>
          <p:cNvPr id="46" name="">
            <a:extLst xmlns:a="http://schemas.openxmlformats.org/drawingml/2006/main">
              <a:ext uri="{FF2B5EF4-FFF2-40B4-BE49-F238E27FC236}">
                <a16:creationId xmlns:a16="http://schemas.microsoft.com/office/drawing/2014/main" id="{69617477-5396-4F5A-ABCE-6184D1A4A33C}"/>
              </a:ext>
            </a:extLst>
          </p:cNvPr>
          <p:cNvSpPr>
            <a:spLocks xmlns:a="http://schemas.openxmlformats.org/drawingml/2006/main" noGrp="1"/>
          </p:cNvSpPr>
          <p:nvPr/>
        </p:nvSpPr>
        <p:spPr>
          <a:xfrm xmlns:a="http://schemas.openxmlformats.org/drawingml/2006/main">
            <a:off x="10648950" y="4371975"/>
            <a:ext cx="280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Featured books</a:t>
            </a:r>
          </a:p>
        </p:txBody>
      </p:sp>
      <p:sp>
        <p:nvSpPr>
          <p:cNvPr id="47" name="">
            <a:extLst xmlns:a="http://schemas.openxmlformats.org/drawingml/2006/main">
              <a:ext uri="{FF2B5EF4-FFF2-40B4-BE49-F238E27FC236}">
                <a16:creationId xmlns:a16="http://schemas.microsoft.com/office/drawing/2014/main" id="{0E0B19E2-B85D-4828-9FD1-26123580D867}"/>
              </a:ext>
            </a:extLst>
          </p:cNvPr>
          <p:cNvSpPr>
            <a:spLocks xmlns:a="http://schemas.openxmlformats.org/drawingml/2006/main" noGrp="1"/>
          </p:cNvSpPr>
          <p:nvPr/>
        </p:nvSpPr>
        <p:spPr>
          <a:xfrm xmlns:a="http://schemas.openxmlformats.org/drawingml/2006/main">
            <a:off x="10763250" y="499110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48" name="">
            <a:extLst xmlns:a="http://schemas.openxmlformats.org/drawingml/2006/main">
              <a:ext uri="{FF2B5EF4-FFF2-40B4-BE49-F238E27FC236}">
                <a16:creationId xmlns:a16="http://schemas.microsoft.com/office/drawing/2014/main" id="{CF6BCC2F-0F57-471D-9C1F-4315A5840B90}"/>
              </a:ext>
            </a:extLst>
          </p:cNvPr>
          <p:cNvSpPr>
            <a:spLocks xmlns:a="http://schemas.openxmlformats.org/drawingml/2006/main" noGrp="1"/>
          </p:cNvSpPr>
          <p:nvPr/>
        </p:nvSpPr>
        <p:spPr>
          <a:xfrm xmlns:a="http://schemas.openxmlformats.org/drawingml/2006/main">
            <a:off x="11649075" y="5048250"/>
            <a:ext cx="1743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49" name="">
            <a:extLst xmlns:a="http://schemas.openxmlformats.org/drawingml/2006/main">
              <a:ext uri="{FF2B5EF4-FFF2-40B4-BE49-F238E27FC236}">
                <a16:creationId xmlns:a16="http://schemas.microsoft.com/office/drawing/2014/main" id="{0778976C-1124-40B9-99B2-7E5EF2D43BA1}"/>
              </a:ext>
            </a:extLst>
          </p:cNvPr>
          <p:cNvSpPr>
            <a:spLocks xmlns:a="http://schemas.openxmlformats.org/drawingml/2006/main" noGrp="1"/>
          </p:cNvSpPr>
          <p:nvPr/>
        </p:nvSpPr>
        <p:spPr>
          <a:xfrm xmlns:a="http://schemas.openxmlformats.org/drawingml/2006/main">
            <a:off x="11649075" y="5419725"/>
            <a:ext cx="1743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50" name="">
            <a:extLst xmlns:a="http://schemas.openxmlformats.org/drawingml/2006/main">
              <a:ext uri="{FF2B5EF4-FFF2-40B4-BE49-F238E27FC236}">
                <a16:creationId xmlns:a16="http://schemas.microsoft.com/office/drawing/2014/main" id="{C79A4F6F-D1F1-42A3-A9F2-552CC98BB9C0}"/>
              </a:ext>
            </a:extLst>
          </p:cNvPr>
          <p:cNvSpPr>
            <a:spLocks xmlns:a="http://schemas.openxmlformats.org/drawingml/2006/main" noGrp="1"/>
          </p:cNvSpPr>
          <p:nvPr/>
        </p:nvSpPr>
        <p:spPr>
          <a:xfrm xmlns:a="http://schemas.openxmlformats.org/drawingml/2006/main">
            <a:off x="11649075" y="5753100"/>
            <a:ext cx="1743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51" name="">
            <a:extLst xmlns:a="http://schemas.openxmlformats.org/drawingml/2006/main">
              <a:ext uri="{FF2B5EF4-FFF2-40B4-BE49-F238E27FC236}">
                <a16:creationId xmlns:a16="http://schemas.microsoft.com/office/drawing/2014/main" id="{5FE807AE-F990-4337-BC4F-2D735D77E2EC}"/>
              </a:ext>
            </a:extLst>
          </p:cNvPr>
          <p:cNvSpPr>
            <a:spLocks xmlns:a="http://schemas.openxmlformats.org/drawingml/2006/main" noGrp="1"/>
          </p:cNvSpPr>
          <p:nvPr/>
        </p:nvSpPr>
        <p:spPr>
          <a:xfrm xmlns:a="http://schemas.openxmlformats.org/drawingml/2006/main">
            <a:off x="10763250" y="6238875"/>
            <a:ext cx="25812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52" name="">
            <a:extLst xmlns:a="http://schemas.openxmlformats.org/drawingml/2006/main">
              <a:ext uri="{FF2B5EF4-FFF2-40B4-BE49-F238E27FC236}">
                <a16:creationId xmlns:a16="http://schemas.microsoft.com/office/drawing/2014/main" id="{A3BEC424-DA82-4F02-AB3F-8908541A33BA}"/>
              </a:ext>
            </a:extLst>
          </p:cNvPr>
          <p:cNvSpPr>
            <a:spLocks xmlns:a="http://schemas.openxmlformats.org/drawingml/2006/main" noGrp="1"/>
          </p:cNvSpPr>
          <p:nvPr/>
        </p:nvSpPr>
        <p:spPr>
          <a:xfrm xmlns:a="http://schemas.openxmlformats.org/drawingml/2006/main">
            <a:off x="10763250" y="6562725"/>
            <a:ext cx="25812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53" name="">
            <a:extLst xmlns:a="http://schemas.openxmlformats.org/drawingml/2006/main">
              <a:ext uri="{FF2B5EF4-FFF2-40B4-BE49-F238E27FC236}">
                <a16:creationId xmlns:a16="http://schemas.microsoft.com/office/drawing/2014/main" id="{DB7C8C1F-7702-494C-9F40-74C6238468C8}"/>
              </a:ext>
            </a:extLst>
          </p:cNvPr>
          <p:cNvSpPr>
            <a:spLocks xmlns:a="http://schemas.openxmlformats.org/drawingml/2006/main" noGrp="1"/>
          </p:cNvSpPr>
          <p:nvPr/>
        </p:nvSpPr>
        <p:spPr>
          <a:xfrm xmlns:a="http://schemas.openxmlformats.org/drawingml/2006/main">
            <a:off x="10648950" y="4876800"/>
            <a:ext cx="2809875" cy="2000250"/>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Tree>
    <p:extLst>
      <p:ext uri="{BB962C8B-B14F-4D97-AF65-F5344CB8AC3E}">
        <p14:creationId xmlns:p14="http://schemas.microsoft.com/office/powerpoint/2010/main" val="1836872663"/>
      </p:ext>
    </p:extLst>
  </p:cSld>
</p:sld>
</file>

<file path=ppt/slides/slide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A6DEB0C-CA01-44BC-A96E-175436AECACF}"/>
              </a:ext>
            </a:extLst>
          </p:cNvPr>
          <p:cNvSpPr>
            <a:spLocks xmlns:a="http://schemas.openxmlformats.org/drawingml/2006/main" noGrp="1"/>
          </p:cNvSpPr>
          <p:nvPr/>
        </p:nvSpPr>
        <p:spPr>
          <a:xfrm xmlns:a="http://schemas.openxmlformats.org/drawingml/2006/main">
            <a:off x="571500" y="333375"/>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63A32"/>
                </a:solidFill>
                <a:latin typeface="Arial"/>
                <a:ea typeface="Arial"/>
                <a:cs typeface="Arial"/>
              </a:defRPr>
            </a:defPPr>
          </a:lstStyle>
          <a:p xmlns:a="http://schemas.openxmlformats.org/drawingml/2006/main">
            <a:pPr>
              <a:defRPr sz="3225" b="1">
                <a:solidFill>
                  <a:srgbClr val="263A32"/>
                </a:solidFill>
                <a:latin typeface="Arial"/>
                <a:ea typeface="Arial"/>
                <a:cs typeface="Arial"/>
              </a:defRPr>
            </a:pPr>
            <a:r>
              <a:rPr sz="3225" b="1">
                <a:solidFill>
                  <a:srgbClr val="263A32"/>
                </a:solidFill>
                <a:latin typeface="Arial"/>
                <a:ea typeface="Arial"/>
                <a:cs typeface="Arial"/>
              </a:rPr>
              <a:t>Sjöbo Books / Shop</a:t>
            </a:r>
          </a:p>
        </p:txBody>
      </p:sp>
      <p:sp>
        <p:nvSpPr>
          <p:cNvPr id="2" name="">
            <a:extLst xmlns:a="http://schemas.openxmlformats.org/drawingml/2006/main">
              <a:ext uri="{FF2B5EF4-FFF2-40B4-BE49-F238E27FC236}">
                <a16:creationId xmlns:a16="http://schemas.microsoft.com/office/drawing/2014/main" id="{A7E0E14C-FDF7-4E6B-BC8B-D318C0F1E112}"/>
              </a:ext>
            </a:extLst>
          </p:cNvPr>
          <p:cNvSpPr>
            <a:spLocks xmlns:a="http://schemas.openxmlformats.org/drawingml/2006/main" noGrp="1"/>
          </p:cNvSpPr>
          <p:nvPr/>
        </p:nvSpPr>
        <p:spPr>
          <a:xfrm xmlns:a="http://schemas.openxmlformats.org/drawingml/2006/main">
            <a:off x="571500" y="10763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2670BC2C-89BA-4B64-9D97-67B31637ADCA}"/>
              </a:ext>
            </a:extLst>
          </p:cNvPr>
          <p:cNvSpPr>
            <a:spLocks xmlns:a="http://schemas.openxmlformats.org/drawingml/2006/main" noGrp="1"/>
          </p:cNvSpPr>
          <p:nvPr/>
        </p:nvSpPr>
        <p:spPr>
          <a:xfrm xmlns:a="http://schemas.openxmlformats.org/drawingml/2006/main">
            <a:off x="10477500" y="10763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Mobile · vertical scroll</a:t>
            </a:r>
          </a:p>
        </p:txBody>
      </p:sp>
      <p:sp>
        <p:nvSpPr>
          <p:cNvPr id="4" name="">
            <a:extLst xmlns:a="http://schemas.openxmlformats.org/drawingml/2006/main">
              <a:ext uri="{FF2B5EF4-FFF2-40B4-BE49-F238E27FC236}">
                <a16:creationId xmlns:a16="http://schemas.microsoft.com/office/drawing/2014/main" id="{E3C97277-20A7-48E7-A781-3F56C77C18BE}"/>
              </a:ext>
            </a:extLst>
          </p:cNvPr>
          <p:cNvSpPr>
            <a:spLocks xmlns:a="http://schemas.openxmlformats.org/drawingml/2006/main" noGrp="1"/>
          </p:cNvSpPr>
          <p:nvPr/>
        </p:nvSpPr>
        <p:spPr>
          <a:xfrm xmlns:a="http://schemas.openxmlformats.org/drawingml/2006/main">
            <a:off x="571500" y="7858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Tablet</a:t>
            </a:r>
          </a:p>
        </p:txBody>
      </p:sp>
      <p:sp>
        <p:nvSpPr>
          <p:cNvPr id="5" name="">
            <a:extLst xmlns:a="http://schemas.openxmlformats.org/drawingml/2006/main">
              <a:ext uri="{FF2B5EF4-FFF2-40B4-BE49-F238E27FC236}">
                <a16:creationId xmlns:a16="http://schemas.microsoft.com/office/drawing/2014/main" id="{9B00F22A-96C9-454F-BF31-1037EF4B709A}"/>
              </a:ext>
            </a:extLst>
          </p:cNvPr>
          <p:cNvSpPr>
            <a:spLocks xmlns:a="http://schemas.openxmlformats.org/drawingml/2006/main" noGrp="1"/>
          </p:cNvSpPr>
          <p:nvPr/>
        </p:nvSpPr>
        <p:spPr>
          <a:xfrm xmlns:a="http://schemas.openxmlformats.org/drawingml/2006/main">
            <a:off x="2190750" y="7858125"/>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A32"/>
                </a:solidFill>
                <a:latin typeface="Arial"/>
                <a:ea typeface="Arial"/>
                <a:cs typeface="Arial"/>
              </a:defRPr>
            </a:defPPr>
          </a:lstStyle>
          <a:p xmlns:a="http://schemas.openxmlformats.org/drawingml/2006/main">
            <a:pPr>
              <a:defRPr sz="1725" b="0">
                <a:solidFill>
                  <a:srgbClr val="263A32"/>
                </a:solidFill>
                <a:latin typeface="Arial"/>
                <a:ea typeface="Arial"/>
                <a:cs typeface="Arial"/>
              </a:defRPr>
            </a:pPr>
            <a:r>
              <a:rPr sz="1725" b="0">
                <a:solidFill>
                  <a:srgbClr val="263A32"/>
                </a:solidFill>
                <a:latin typeface="Arial"/>
                <a:ea typeface="Arial"/>
                <a:cs typeface="Arial"/>
              </a:rPr>
              <a:t>Use two book columns. Search and genre controls wrap onto separate rows as needed.</a:t>
            </a:r>
          </a:p>
        </p:txBody>
      </p:sp>
      <p:sp>
        <p:nvSpPr>
          <p:cNvPr id="6" name="">
            <a:extLst xmlns:a="http://schemas.openxmlformats.org/drawingml/2006/main">
              <a:ext uri="{FF2B5EF4-FFF2-40B4-BE49-F238E27FC236}">
                <a16:creationId xmlns:a16="http://schemas.microsoft.com/office/drawing/2014/main" id="{0E2970F7-58A7-48DF-AF9B-160B6571D839}"/>
              </a:ext>
            </a:extLst>
          </p:cNvPr>
          <p:cNvSpPr>
            <a:spLocks xmlns:a="http://schemas.openxmlformats.org/drawingml/2006/main" noGrp="1"/>
          </p:cNvSpPr>
          <p:nvPr/>
        </p:nvSpPr>
        <p:spPr>
          <a:xfrm xmlns:a="http://schemas.openxmlformats.org/drawingml/2006/main">
            <a:off x="571500" y="862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Behaviour</a:t>
            </a:r>
          </a:p>
        </p:txBody>
      </p:sp>
      <p:sp>
        <p:nvSpPr>
          <p:cNvPr id="7" name="">
            <a:extLst xmlns:a="http://schemas.openxmlformats.org/drawingml/2006/main">
              <a:ext uri="{FF2B5EF4-FFF2-40B4-BE49-F238E27FC236}">
                <a16:creationId xmlns:a16="http://schemas.microsoft.com/office/drawing/2014/main" id="{C8503EE0-A924-4D9F-84FF-072EECCF162A}"/>
              </a:ext>
            </a:extLst>
          </p:cNvPr>
          <p:cNvSpPr>
            <a:spLocks xmlns:a="http://schemas.openxmlformats.org/drawingml/2006/main" noGrp="1"/>
          </p:cNvSpPr>
          <p:nvPr/>
        </p:nvSpPr>
        <p:spPr>
          <a:xfrm xmlns:a="http://schemas.openxmlformats.org/drawingml/2006/main">
            <a:off x="2190750" y="8620125"/>
            <a:ext cx="1238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Search by title or author and combine with genre. No matches: show a message and Clear filters.</a:t>
            </a:r>
          </a:p>
        </p:txBody>
      </p:sp>
      <p:sp>
        <p:nvSpPr>
          <p:cNvPr id="8" name="">
            <a:extLst xmlns:a="http://schemas.openxmlformats.org/drawingml/2006/main">
              <a:ext uri="{FF2B5EF4-FFF2-40B4-BE49-F238E27FC236}">
                <a16:creationId xmlns:a16="http://schemas.microsoft.com/office/drawing/2014/main" id="{DD1DAE3B-F718-4CCF-A664-CA4D4569D23C}"/>
              </a:ext>
            </a:extLst>
          </p:cNvPr>
          <p:cNvSpPr>
            <a:spLocks xmlns:a="http://schemas.openxmlformats.org/drawingml/2006/main" noGrp="1"/>
          </p:cNvSpPr>
          <p:nvPr/>
        </p:nvSpPr>
        <p:spPr>
          <a:xfrm xmlns:a="http://schemas.openxmlformats.org/drawingml/2006/main">
            <a:off x="571500" y="1524000"/>
            <a:ext cx="90487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5F1D688B-5AE3-458D-96D7-8B3E97A7517B}"/>
              </a:ext>
            </a:extLst>
          </p:cNvPr>
          <p:cNvSpPr>
            <a:spLocks xmlns:a="http://schemas.openxmlformats.org/drawingml/2006/main" noGrp="1"/>
          </p:cNvSpPr>
          <p:nvPr/>
        </p:nvSpPr>
        <p:spPr>
          <a:xfrm xmlns:a="http://schemas.openxmlformats.org/drawingml/2006/main">
            <a:off x="571500" y="1524000"/>
            <a:ext cx="90487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16DE173-177A-45DE-A17E-A4E9C8C71B8B}"/>
              </a:ext>
            </a:extLst>
          </p:cNvPr>
          <p:cNvSpPr>
            <a:spLocks xmlns:a="http://schemas.openxmlformats.org/drawingml/2006/main" noGrp="1"/>
          </p:cNvSpPr>
          <p:nvPr/>
        </p:nvSpPr>
        <p:spPr>
          <a:xfrm xmlns:a="http://schemas.openxmlformats.org/drawingml/2006/main">
            <a:off x="714375" y="16478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Sjöbo Books</a:t>
            </a:r>
          </a:p>
        </p:txBody>
      </p:sp>
      <p:sp>
        <p:nvSpPr>
          <p:cNvPr id="11" name="">
            <a:extLst xmlns:a="http://schemas.openxmlformats.org/drawingml/2006/main">
              <a:ext uri="{FF2B5EF4-FFF2-40B4-BE49-F238E27FC236}">
                <a16:creationId xmlns:a16="http://schemas.microsoft.com/office/drawing/2014/main" id="{7A55A70C-BF9B-46BC-89D6-CBAD7C6EDB22}"/>
              </a:ext>
            </a:extLst>
          </p:cNvPr>
          <p:cNvSpPr>
            <a:spLocks xmlns:a="http://schemas.openxmlformats.org/drawingml/2006/main" noGrp="1"/>
          </p:cNvSpPr>
          <p:nvPr/>
        </p:nvSpPr>
        <p:spPr>
          <a:xfrm xmlns:a="http://schemas.openxmlformats.org/drawingml/2006/main">
            <a:off x="6334125" y="16954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Home       Shop       Cart (2)</a:t>
            </a:r>
          </a:p>
        </p:txBody>
      </p:sp>
      <p:sp>
        <p:nvSpPr>
          <p:cNvPr id="12" name="">
            <a:extLst xmlns:a="http://schemas.openxmlformats.org/drawingml/2006/main">
              <a:ext uri="{FF2B5EF4-FFF2-40B4-BE49-F238E27FC236}">
                <a16:creationId xmlns:a16="http://schemas.microsoft.com/office/drawing/2014/main" id="{D864B68D-1BFC-47D7-8315-66407CD3577D}"/>
              </a:ext>
            </a:extLst>
          </p:cNvPr>
          <p:cNvSpPr>
            <a:spLocks xmlns:a="http://schemas.openxmlformats.org/drawingml/2006/main" noGrp="1"/>
          </p:cNvSpPr>
          <p:nvPr/>
        </p:nvSpPr>
        <p:spPr>
          <a:xfrm xmlns:a="http://schemas.openxmlformats.org/drawingml/2006/main">
            <a:off x="571500" y="7143750"/>
            <a:ext cx="90487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3" name="">
            <a:extLst xmlns:a="http://schemas.openxmlformats.org/drawingml/2006/main">
              <a:ext uri="{FF2B5EF4-FFF2-40B4-BE49-F238E27FC236}">
                <a16:creationId xmlns:a16="http://schemas.microsoft.com/office/drawing/2014/main" id="{D024CD16-719B-40B6-8CC2-63A26F0B0B90}"/>
              </a:ext>
            </a:extLst>
          </p:cNvPr>
          <p:cNvSpPr>
            <a:spLocks xmlns:a="http://schemas.openxmlformats.org/drawingml/2006/main" noGrp="1"/>
          </p:cNvSpPr>
          <p:nvPr/>
        </p:nvSpPr>
        <p:spPr>
          <a:xfrm xmlns:a="http://schemas.openxmlformats.org/drawingml/2006/main">
            <a:off x="10477500" y="1524000"/>
            <a:ext cx="31432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0F8AF9D8-14CB-417D-98E1-E11CF12833A2}"/>
              </a:ext>
            </a:extLst>
          </p:cNvPr>
          <p:cNvSpPr>
            <a:spLocks xmlns:a="http://schemas.openxmlformats.org/drawingml/2006/main" noGrp="1"/>
          </p:cNvSpPr>
          <p:nvPr/>
        </p:nvSpPr>
        <p:spPr>
          <a:xfrm xmlns:a="http://schemas.openxmlformats.org/drawingml/2006/main">
            <a:off x="10477500" y="1524000"/>
            <a:ext cx="31432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E6832D4A-9505-402A-B20D-7DE9EE2793F6}"/>
              </a:ext>
            </a:extLst>
          </p:cNvPr>
          <p:cNvSpPr>
            <a:spLocks xmlns:a="http://schemas.openxmlformats.org/drawingml/2006/main" noGrp="1"/>
          </p:cNvSpPr>
          <p:nvPr/>
        </p:nvSpPr>
        <p:spPr>
          <a:xfrm xmlns:a="http://schemas.openxmlformats.org/drawingml/2006/main">
            <a:off x="10620375" y="1647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Sjöbo Books</a:t>
            </a:r>
          </a:p>
        </p:txBody>
      </p:sp>
      <p:sp>
        <p:nvSpPr>
          <p:cNvPr id="16" name="">
            <a:extLst xmlns:a="http://schemas.openxmlformats.org/drawingml/2006/main">
              <a:ext uri="{FF2B5EF4-FFF2-40B4-BE49-F238E27FC236}">
                <a16:creationId xmlns:a16="http://schemas.microsoft.com/office/drawing/2014/main" id="{8E83A17C-DE22-415F-B035-D84084626309}"/>
              </a:ext>
            </a:extLst>
          </p:cNvPr>
          <p:cNvSpPr>
            <a:spLocks xmlns:a="http://schemas.openxmlformats.org/drawingml/2006/main" noGrp="1"/>
          </p:cNvSpPr>
          <p:nvPr/>
        </p:nvSpPr>
        <p:spPr>
          <a:xfrm xmlns:a="http://schemas.openxmlformats.org/drawingml/2006/main">
            <a:off x="12192000" y="169545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263A32"/>
                </a:solidFill>
                <a:latin typeface="Arial"/>
                <a:ea typeface="Arial"/>
                <a:cs typeface="Arial"/>
              </a:defRPr>
            </a:defPPr>
          </a:lstStyle>
          <a:p xmlns:a="http://schemas.openxmlformats.org/drawingml/2006/main">
            <a:pPr>
              <a:defRPr sz="1125" b="0">
                <a:solidFill>
                  <a:srgbClr val="263A32"/>
                </a:solidFill>
                <a:latin typeface="Arial"/>
                <a:ea typeface="Arial"/>
                <a:cs typeface="Arial"/>
              </a:defRPr>
            </a:pPr>
            <a:r>
              <a:rPr sz="1125" b="0">
                <a:solidFill>
                  <a:srgbClr val="263A32"/>
                </a:solidFill>
                <a:latin typeface="Arial"/>
                <a:ea typeface="Arial"/>
                <a:cs typeface="Arial"/>
              </a:rPr>
              <a:t>Menu   Cart (2)</a:t>
            </a:r>
          </a:p>
        </p:txBody>
      </p:sp>
      <p:sp>
        <p:nvSpPr>
          <p:cNvPr id="17" name="">
            <a:extLst xmlns:a="http://schemas.openxmlformats.org/drawingml/2006/main">
              <a:ext uri="{FF2B5EF4-FFF2-40B4-BE49-F238E27FC236}">
                <a16:creationId xmlns:a16="http://schemas.microsoft.com/office/drawing/2014/main" id="{06BB29C5-FCA9-46A2-A477-4E4A5332CF1F}"/>
              </a:ext>
            </a:extLst>
          </p:cNvPr>
          <p:cNvSpPr>
            <a:spLocks xmlns:a="http://schemas.openxmlformats.org/drawingml/2006/main" noGrp="1"/>
          </p:cNvSpPr>
          <p:nvPr/>
        </p:nvSpPr>
        <p:spPr>
          <a:xfrm xmlns:a="http://schemas.openxmlformats.org/drawingml/2006/main">
            <a:off x="10477500" y="7143750"/>
            <a:ext cx="31432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8" name="">
            <a:extLst xmlns:a="http://schemas.openxmlformats.org/drawingml/2006/main">
              <a:ext uri="{FF2B5EF4-FFF2-40B4-BE49-F238E27FC236}">
                <a16:creationId xmlns:a16="http://schemas.microsoft.com/office/drawing/2014/main" id="{FD104867-00EF-4F61-8B00-9DC50A6B966E}"/>
              </a:ext>
            </a:extLst>
          </p:cNvPr>
          <p:cNvSpPr>
            <a:spLocks xmlns:a="http://schemas.openxmlformats.org/drawingml/2006/main" noGrp="1"/>
          </p:cNvSpPr>
          <p:nvPr/>
        </p:nvSpPr>
        <p:spPr>
          <a:xfrm xmlns:a="http://schemas.openxmlformats.org/drawingml/2006/main">
            <a:off x="809625" y="232410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63A32"/>
                </a:solidFill>
                <a:latin typeface="Arial"/>
                <a:ea typeface="Arial"/>
                <a:cs typeface="Arial"/>
              </a:defRPr>
            </a:defPPr>
          </a:lstStyle>
          <a:p xmlns:a="http://schemas.openxmlformats.org/drawingml/2006/main">
            <a:pPr>
              <a:defRPr sz="2325" b="1">
                <a:solidFill>
                  <a:srgbClr val="263A32"/>
                </a:solidFill>
                <a:latin typeface="Arial"/>
                <a:ea typeface="Arial"/>
                <a:cs typeface="Arial"/>
              </a:defRPr>
            </a:pPr>
            <a:r>
              <a:rPr sz="2325" b="1">
                <a:solidFill>
                  <a:srgbClr val="263A32"/>
                </a:solidFill>
                <a:latin typeface="Arial"/>
                <a:ea typeface="Arial"/>
                <a:cs typeface="Arial"/>
              </a:rPr>
              <a:t>Browse books</a:t>
            </a:r>
          </a:p>
        </p:txBody>
      </p:sp>
      <p:sp>
        <p:nvSpPr>
          <p:cNvPr id="19" name="">
            <a:extLst xmlns:a="http://schemas.openxmlformats.org/drawingml/2006/main">
              <a:ext uri="{FF2B5EF4-FFF2-40B4-BE49-F238E27FC236}">
                <a16:creationId xmlns:a16="http://schemas.microsoft.com/office/drawing/2014/main" id="{70557CD5-1B30-4FE5-B780-37A5FD078FE2}"/>
              </a:ext>
            </a:extLst>
          </p:cNvPr>
          <p:cNvSpPr>
            <a:spLocks xmlns:a="http://schemas.openxmlformats.org/drawingml/2006/main" noGrp="1"/>
          </p:cNvSpPr>
          <p:nvPr/>
        </p:nvSpPr>
        <p:spPr>
          <a:xfrm xmlns:a="http://schemas.openxmlformats.org/drawingml/2006/main">
            <a:off x="809625" y="2914650"/>
            <a:ext cx="5619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Search title or author…</a:t>
            </a:r>
          </a:p>
        </p:txBody>
      </p:sp>
      <p:sp>
        <p:nvSpPr>
          <p:cNvPr id="20" name="">
            <a:extLst xmlns:a="http://schemas.openxmlformats.org/drawingml/2006/main">
              <a:ext uri="{FF2B5EF4-FFF2-40B4-BE49-F238E27FC236}">
                <a16:creationId xmlns:a16="http://schemas.microsoft.com/office/drawing/2014/main" id="{086D51AD-F12F-488A-A7B4-A3D56CA4C189}"/>
              </a:ext>
            </a:extLst>
          </p:cNvPr>
          <p:cNvSpPr>
            <a:spLocks xmlns:a="http://schemas.openxmlformats.org/drawingml/2006/main" noGrp="1"/>
          </p:cNvSpPr>
          <p:nvPr/>
        </p:nvSpPr>
        <p:spPr>
          <a:xfrm xmlns:a="http://schemas.openxmlformats.org/drawingml/2006/main">
            <a:off x="6619875" y="2914650"/>
            <a:ext cx="27622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Genre: All genres</a:t>
            </a:r>
          </a:p>
        </p:txBody>
      </p:sp>
      <p:sp>
        <p:nvSpPr>
          <p:cNvPr id="21" name="">
            <a:extLst xmlns:a="http://schemas.openxmlformats.org/drawingml/2006/main">
              <a:ext uri="{FF2B5EF4-FFF2-40B4-BE49-F238E27FC236}">
                <a16:creationId xmlns:a16="http://schemas.microsoft.com/office/drawing/2014/main" id="{41A574E7-7DAF-47E6-98E0-3C8D38F00555}"/>
              </a:ext>
            </a:extLst>
          </p:cNvPr>
          <p:cNvSpPr>
            <a:spLocks xmlns:a="http://schemas.openxmlformats.org/drawingml/2006/main" noGrp="1"/>
          </p:cNvSpPr>
          <p:nvPr/>
        </p:nvSpPr>
        <p:spPr>
          <a:xfrm xmlns:a="http://schemas.openxmlformats.org/drawingml/2006/main">
            <a:off x="809625" y="347662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12 books</a:t>
            </a:r>
          </a:p>
        </p:txBody>
      </p:sp>
      <p:sp>
        <p:nvSpPr>
          <p:cNvPr id="22" name="">
            <a:extLst xmlns:a="http://schemas.openxmlformats.org/drawingml/2006/main">
              <a:ext uri="{FF2B5EF4-FFF2-40B4-BE49-F238E27FC236}">
                <a16:creationId xmlns:a16="http://schemas.microsoft.com/office/drawing/2014/main" id="{DC8C47BD-EDFF-4CA8-BC76-082057FF3D9E}"/>
              </a:ext>
            </a:extLst>
          </p:cNvPr>
          <p:cNvSpPr>
            <a:spLocks xmlns:a="http://schemas.openxmlformats.org/drawingml/2006/main" noGrp="1"/>
          </p:cNvSpPr>
          <p:nvPr/>
        </p:nvSpPr>
        <p:spPr>
          <a:xfrm xmlns:a="http://schemas.openxmlformats.org/drawingml/2006/main">
            <a:off x="923925" y="409575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23" name="">
            <a:extLst xmlns:a="http://schemas.openxmlformats.org/drawingml/2006/main">
              <a:ext uri="{FF2B5EF4-FFF2-40B4-BE49-F238E27FC236}">
                <a16:creationId xmlns:a16="http://schemas.microsoft.com/office/drawing/2014/main" id="{7484491B-0334-47B3-AF6B-4B26FE692A25}"/>
              </a:ext>
            </a:extLst>
          </p:cNvPr>
          <p:cNvSpPr>
            <a:spLocks xmlns:a="http://schemas.openxmlformats.org/drawingml/2006/main" noGrp="1"/>
          </p:cNvSpPr>
          <p:nvPr/>
        </p:nvSpPr>
        <p:spPr>
          <a:xfrm xmlns:a="http://schemas.openxmlformats.org/drawingml/2006/main">
            <a:off x="1809750" y="415290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24" name="">
            <a:extLst xmlns:a="http://schemas.openxmlformats.org/drawingml/2006/main">
              <a:ext uri="{FF2B5EF4-FFF2-40B4-BE49-F238E27FC236}">
                <a16:creationId xmlns:a16="http://schemas.microsoft.com/office/drawing/2014/main" id="{E3CA1B98-A508-4FCA-B1F1-A258E8CF412A}"/>
              </a:ext>
            </a:extLst>
          </p:cNvPr>
          <p:cNvSpPr>
            <a:spLocks xmlns:a="http://schemas.openxmlformats.org/drawingml/2006/main" noGrp="1"/>
          </p:cNvSpPr>
          <p:nvPr/>
        </p:nvSpPr>
        <p:spPr>
          <a:xfrm xmlns:a="http://schemas.openxmlformats.org/drawingml/2006/main">
            <a:off x="1809750" y="45243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25" name="">
            <a:extLst xmlns:a="http://schemas.openxmlformats.org/drawingml/2006/main">
              <a:ext uri="{FF2B5EF4-FFF2-40B4-BE49-F238E27FC236}">
                <a16:creationId xmlns:a16="http://schemas.microsoft.com/office/drawing/2014/main" id="{7CC145A6-560B-4E26-97E8-DC8DB033C6E6}"/>
              </a:ext>
            </a:extLst>
          </p:cNvPr>
          <p:cNvSpPr>
            <a:spLocks xmlns:a="http://schemas.openxmlformats.org/drawingml/2006/main" noGrp="1"/>
          </p:cNvSpPr>
          <p:nvPr/>
        </p:nvSpPr>
        <p:spPr>
          <a:xfrm xmlns:a="http://schemas.openxmlformats.org/drawingml/2006/main">
            <a:off x="1809750" y="485775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26" name="">
            <a:extLst xmlns:a="http://schemas.openxmlformats.org/drawingml/2006/main">
              <a:ext uri="{FF2B5EF4-FFF2-40B4-BE49-F238E27FC236}">
                <a16:creationId xmlns:a16="http://schemas.microsoft.com/office/drawing/2014/main" id="{9A4E28C9-C232-450C-B730-9A52965D53F3}"/>
              </a:ext>
            </a:extLst>
          </p:cNvPr>
          <p:cNvSpPr>
            <a:spLocks xmlns:a="http://schemas.openxmlformats.org/drawingml/2006/main" noGrp="1"/>
          </p:cNvSpPr>
          <p:nvPr/>
        </p:nvSpPr>
        <p:spPr>
          <a:xfrm xmlns:a="http://schemas.openxmlformats.org/drawingml/2006/main">
            <a:off x="923925" y="5343525"/>
            <a:ext cx="2438400"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27" name="">
            <a:extLst xmlns:a="http://schemas.openxmlformats.org/drawingml/2006/main">
              <a:ext uri="{FF2B5EF4-FFF2-40B4-BE49-F238E27FC236}">
                <a16:creationId xmlns:a16="http://schemas.microsoft.com/office/drawing/2014/main" id="{5CB1C1F4-C72C-4675-81AC-39FA39830A0C}"/>
              </a:ext>
            </a:extLst>
          </p:cNvPr>
          <p:cNvSpPr>
            <a:spLocks xmlns:a="http://schemas.openxmlformats.org/drawingml/2006/main" noGrp="1"/>
          </p:cNvSpPr>
          <p:nvPr/>
        </p:nvSpPr>
        <p:spPr>
          <a:xfrm xmlns:a="http://schemas.openxmlformats.org/drawingml/2006/main">
            <a:off x="923925" y="5667375"/>
            <a:ext cx="2438400"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28" name="">
            <a:extLst xmlns:a="http://schemas.openxmlformats.org/drawingml/2006/main">
              <a:ext uri="{FF2B5EF4-FFF2-40B4-BE49-F238E27FC236}">
                <a16:creationId xmlns:a16="http://schemas.microsoft.com/office/drawing/2014/main" id="{3D92AE22-F7E1-4A6B-B574-5665CFD5E67D}"/>
              </a:ext>
            </a:extLst>
          </p:cNvPr>
          <p:cNvSpPr>
            <a:spLocks xmlns:a="http://schemas.openxmlformats.org/drawingml/2006/main" noGrp="1"/>
          </p:cNvSpPr>
          <p:nvPr/>
        </p:nvSpPr>
        <p:spPr>
          <a:xfrm xmlns:a="http://schemas.openxmlformats.org/drawingml/2006/main">
            <a:off x="809625" y="3981450"/>
            <a:ext cx="2667000" cy="2000250"/>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9" name="">
            <a:extLst xmlns:a="http://schemas.openxmlformats.org/drawingml/2006/main">
              <a:ext uri="{FF2B5EF4-FFF2-40B4-BE49-F238E27FC236}">
                <a16:creationId xmlns:a16="http://schemas.microsoft.com/office/drawing/2014/main" id="{B7C926DB-3528-4E3D-9AD9-E2AB21C72057}"/>
              </a:ext>
            </a:extLst>
          </p:cNvPr>
          <p:cNvSpPr>
            <a:spLocks xmlns:a="http://schemas.openxmlformats.org/drawingml/2006/main" noGrp="1"/>
          </p:cNvSpPr>
          <p:nvPr/>
        </p:nvSpPr>
        <p:spPr>
          <a:xfrm xmlns:a="http://schemas.openxmlformats.org/drawingml/2006/main">
            <a:off x="3810000" y="409575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30" name="">
            <a:extLst xmlns:a="http://schemas.openxmlformats.org/drawingml/2006/main">
              <a:ext uri="{FF2B5EF4-FFF2-40B4-BE49-F238E27FC236}">
                <a16:creationId xmlns:a16="http://schemas.microsoft.com/office/drawing/2014/main" id="{85328F84-E2AA-435C-B254-CA42A5B5FA03}"/>
              </a:ext>
            </a:extLst>
          </p:cNvPr>
          <p:cNvSpPr>
            <a:spLocks xmlns:a="http://schemas.openxmlformats.org/drawingml/2006/main" noGrp="1"/>
          </p:cNvSpPr>
          <p:nvPr/>
        </p:nvSpPr>
        <p:spPr>
          <a:xfrm xmlns:a="http://schemas.openxmlformats.org/drawingml/2006/main">
            <a:off x="4695825" y="415290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31" name="">
            <a:extLst xmlns:a="http://schemas.openxmlformats.org/drawingml/2006/main">
              <a:ext uri="{FF2B5EF4-FFF2-40B4-BE49-F238E27FC236}">
                <a16:creationId xmlns:a16="http://schemas.microsoft.com/office/drawing/2014/main" id="{3FE125B7-754F-4B4C-B083-9F95A98BDE3E}"/>
              </a:ext>
            </a:extLst>
          </p:cNvPr>
          <p:cNvSpPr>
            <a:spLocks xmlns:a="http://schemas.openxmlformats.org/drawingml/2006/main" noGrp="1"/>
          </p:cNvSpPr>
          <p:nvPr/>
        </p:nvSpPr>
        <p:spPr>
          <a:xfrm xmlns:a="http://schemas.openxmlformats.org/drawingml/2006/main">
            <a:off x="4695825" y="45243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32" name="">
            <a:extLst xmlns:a="http://schemas.openxmlformats.org/drawingml/2006/main">
              <a:ext uri="{FF2B5EF4-FFF2-40B4-BE49-F238E27FC236}">
                <a16:creationId xmlns:a16="http://schemas.microsoft.com/office/drawing/2014/main" id="{E3D9F41A-8B47-4F06-AB4F-D9BDA16A1BAC}"/>
              </a:ext>
            </a:extLst>
          </p:cNvPr>
          <p:cNvSpPr>
            <a:spLocks xmlns:a="http://schemas.openxmlformats.org/drawingml/2006/main" noGrp="1"/>
          </p:cNvSpPr>
          <p:nvPr/>
        </p:nvSpPr>
        <p:spPr>
          <a:xfrm xmlns:a="http://schemas.openxmlformats.org/drawingml/2006/main">
            <a:off x="4695825" y="485775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33" name="">
            <a:extLst xmlns:a="http://schemas.openxmlformats.org/drawingml/2006/main">
              <a:ext uri="{FF2B5EF4-FFF2-40B4-BE49-F238E27FC236}">
                <a16:creationId xmlns:a16="http://schemas.microsoft.com/office/drawing/2014/main" id="{2F4787A4-6189-4C27-B31E-E7896E6C972C}"/>
              </a:ext>
            </a:extLst>
          </p:cNvPr>
          <p:cNvSpPr>
            <a:spLocks xmlns:a="http://schemas.openxmlformats.org/drawingml/2006/main" noGrp="1"/>
          </p:cNvSpPr>
          <p:nvPr/>
        </p:nvSpPr>
        <p:spPr>
          <a:xfrm xmlns:a="http://schemas.openxmlformats.org/drawingml/2006/main">
            <a:off x="3810000" y="5343525"/>
            <a:ext cx="2438400"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34" name="">
            <a:extLst xmlns:a="http://schemas.openxmlformats.org/drawingml/2006/main">
              <a:ext uri="{FF2B5EF4-FFF2-40B4-BE49-F238E27FC236}">
                <a16:creationId xmlns:a16="http://schemas.microsoft.com/office/drawing/2014/main" id="{E4A524F6-94C3-4F56-904F-08BC88A49ED0}"/>
              </a:ext>
            </a:extLst>
          </p:cNvPr>
          <p:cNvSpPr>
            <a:spLocks xmlns:a="http://schemas.openxmlformats.org/drawingml/2006/main" noGrp="1"/>
          </p:cNvSpPr>
          <p:nvPr/>
        </p:nvSpPr>
        <p:spPr>
          <a:xfrm xmlns:a="http://schemas.openxmlformats.org/drawingml/2006/main">
            <a:off x="3810000" y="5667375"/>
            <a:ext cx="2438400"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35" name="">
            <a:extLst xmlns:a="http://schemas.openxmlformats.org/drawingml/2006/main">
              <a:ext uri="{FF2B5EF4-FFF2-40B4-BE49-F238E27FC236}">
                <a16:creationId xmlns:a16="http://schemas.microsoft.com/office/drawing/2014/main" id="{B6335017-4781-4B07-92C5-DA7A4E597428}"/>
              </a:ext>
            </a:extLst>
          </p:cNvPr>
          <p:cNvSpPr>
            <a:spLocks xmlns:a="http://schemas.openxmlformats.org/drawingml/2006/main" noGrp="1"/>
          </p:cNvSpPr>
          <p:nvPr/>
        </p:nvSpPr>
        <p:spPr>
          <a:xfrm xmlns:a="http://schemas.openxmlformats.org/drawingml/2006/main">
            <a:off x="3695700" y="3981450"/>
            <a:ext cx="2667000" cy="2000250"/>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36" name="">
            <a:extLst xmlns:a="http://schemas.openxmlformats.org/drawingml/2006/main">
              <a:ext uri="{FF2B5EF4-FFF2-40B4-BE49-F238E27FC236}">
                <a16:creationId xmlns:a16="http://schemas.microsoft.com/office/drawing/2014/main" id="{A23A015C-AEA7-4D59-B9C5-B75ED897D532}"/>
              </a:ext>
            </a:extLst>
          </p:cNvPr>
          <p:cNvSpPr>
            <a:spLocks xmlns:a="http://schemas.openxmlformats.org/drawingml/2006/main" noGrp="1"/>
          </p:cNvSpPr>
          <p:nvPr/>
        </p:nvSpPr>
        <p:spPr>
          <a:xfrm xmlns:a="http://schemas.openxmlformats.org/drawingml/2006/main">
            <a:off x="6696075" y="4095750"/>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37" name="">
            <a:extLst xmlns:a="http://schemas.openxmlformats.org/drawingml/2006/main">
              <a:ext uri="{FF2B5EF4-FFF2-40B4-BE49-F238E27FC236}">
                <a16:creationId xmlns:a16="http://schemas.microsoft.com/office/drawing/2014/main" id="{6C71E5C6-72DF-43CB-AF4C-48B77F42C31E}"/>
              </a:ext>
            </a:extLst>
          </p:cNvPr>
          <p:cNvSpPr>
            <a:spLocks xmlns:a="http://schemas.openxmlformats.org/drawingml/2006/main" noGrp="1"/>
          </p:cNvSpPr>
          <p:nvPr/>
        </p:nvSpPr>
        <p:spPr>
          <a:xfrm xmlns:a="http://schemas.openxmlformats.org/drawingml/2006/main">
            <a:off x="7581900" y="415290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38" name="">
            <a:extLst xmlns:a="http://schemas.openxmlformats.org/drawingml/2006/main">
              <a:ext uri="{FF2B5EF4-FFF2-40B4-BE49-F238E27FC236}">
                <a16:creationId xmlns:a16="http://schemas.microsoft.com/office/drawing/2014/main" id="{C92118BD-7986-4750-8ED5-A49CE86442FF}"/>
              </a:ext>
            </a:extLst>
          </p:cNvPr>
          <p:cNvSpPr>
            <a:spLocks xmlns:a="http://schemas.openxmlformats.org/drawingml/2006/main" noGrp="1"/>
          </p:cNvSpPr>
          <p:nvPr/>
        </p:nvSpPr>
        <p:spPr>
          <a:xfrm xmlns:a="http://schemas.openxmlformats.org/drawingml/2006/main">
            <a:off x="7581900" y="45243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39" name="">
            <a:extLst xmlns:a="http://schemas.openxmlformats.org/drawingml/2006/main">
              <a:ext uri="{FF2B5EF4-FFF2-40B4-BE49-F238E27FC236}">
                <a16:creationId xmlns:a16="http://schemas.microsoft.com/office/drawing/2014/main" id="{0B39E234-83AE-44BE-AB8D-87BA550F4209}"/>
              </a:ext>
            </a:extLst>
          </p:cNvPr>
          <p:cNvSpPr>
            <a:spLocks xmlns:a="http://schemas.openxmlformats.org/drawingml/2006/main" noGrp="1"/>
          </p:cNvSpPr>
          <p:nvPr/>
        </p:nvSpPr>
        <p:spPr>
          <a:xfrm xmlns:a="http://schemas.openxmlformats.org/drawingml/2006/main">
            <a:off x="7581900" y="485775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40" name="">
            <a:extLst xmlns:a="http://schemas.openxmlformats.org/drawingml/2006/main">
              <a:ext uri="{FF2B5EF4-FFF2-40B4-BE49-F238E27FC236}">
                <a16:creationId xmlns:a16="http://schemas.microsoft.com/office/drawing/2014/main" id="{B911B1B6-83D6-429D-ADCD-BA4732EDD33B}"/>
              </a:ext>
            </a:extLst>
          </p:cNvPr>
          <p:cNvSpPr>
            <a:spLocks xmlns:a="http://schemas.openxmlformats.org/drawingml/2006/main" noGrp="1"/>
          </p:cNvSpPr>
          <p:nvPr/>
        </p:nvSpPr>
        <p:spPr>
          <a:xfrm xmlns:a="http://schemas.openxmlformats.org/drawingml/2006/main">
            <a:off x="6696075" y="5343525"/>
            <a:ext cx="2438400"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41" name="">
            <a:extLst xmlns:a="http://schemas.openxmlformats.org/drawingml/2006/main">
              <a:ext uri="{FF2B5EF4-FFF2-40B4-BE49-F238E27FC236}">
                <a16:creationId xmlns:a16="http://schemas.microsoft.com/office/drawing/2014/main" id="{347189E8-F64B-434B-88F5-68DBC9CB327A}"/>
              </a:ext>
            </a:extLst>
          </p:cNvPr>
          <p:cNvSpPr>
            <a:spLocks xmlns:a="http://schemas.openxmlformats.org/drawingml/2006/main" noGrp="1"/>
          </p:cNvSpPr>
          <p:nvPr/>
        </p:nvSpPr>
        <p:spPr>
          <a:xfrm xmlns:a="http://schemas.openxmlformats.org/drawingml/2006/main">
            <a:off x="6696075" y="5667375"/>
            <a:ext cx="2438400"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42" name="">
            <a:extLst xmlns:a="http://schemas.openxmlformats.org/drawingml/2006/main">
              <a:ext uri="{FF2B5EF4-FFF2-40B4-BE49-F238E27FC236}">
                <a16:creationId xmlns:a16="http://schemas.microsoft.com/office/drawing/2014/main" id="{52758045-D328-4F86-8187-727F74AAEC36}"/>
              </a:ext>
            </a:extLst>
          </p:cNvPr>
          <p:cNvSpPr>
            <a:spLocks xmlns:a="http://schemas.openxmlformats.org/drawingml/2006/main" noGrp="1"/>
          </p:cNvSpPr>
          <p:nvPr/>
        </p:nvSpPr>
        <p:spPr>
          <a:xfrm xmlns:a="http://schemas.openxmlformats.org/drawingml/2006/main">
            <a:off x="6581775" y="3981450"/>
            <a:ext cx="2667000" cy="2000250"/>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43" name="">
            <a:extLst xmlns:a="http://schemas.openxmlformats.org/drawingml/2006/main">
              <a:ext uri="{FF2B5EF4-FFF2-40B4-BE49-F238E27FC236}">
                <a16:creationId xmlns:a16="http://schemas.microsoft.com/office/drawing/2014/main" id="{A7D1F453-2DDF-4DCD-AAE8-0C5EB772B79F}"/>
              </a:ext>
            </a:extLst>
          </p:cNvPr>
          <p:cNvSpPr>
            <a:spLocks xmlns:a="http://schemas.openxmlformats.org/drawingml/2006/main" noGrp="1"/>
          </p:cNvSpPr>
          <p:nvPr/>
        </p:nvSpPr>
        <p:spPr>
          <a:xfrm xmlns:a="http://schemas.openxmlformats.org/drawingml/2006/main">
            <a:off x="809625" y="63531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More book rows continue below</a:t>
            </a:r>
          </a:p>
        </p:txBody>
      </p:sp>
      <p:sp>
        <p:nvSpPr>
          <p:cNvPr id="44" name="">
            <a:extLst xmlns:a="http://schemas.openxmlformats.org/drawingml/2006/main">
              <a:ext uri="{FF2B5EF4-FFF2-40B4-BE49-F238E27FC236}">
                <a16:creationId xmlns:a16="http://schemas.microsoft.com/office/drawing/2014/main" id="{F25BBBBF-800C-4841-B7DF-F165574D869B}"/>
              </a:ext>
            </a:extLst>
          </p:cNvPr>
          <p:cNvSpPr>
            <a:spLocks xmlns:a="http://schemas.openxmlformats.org/drawingml/2006/main" noGrp="1"/>
          </p:cNvSpPr>
          <p:nvPr/>
        </p:nvSpPr>
        <p:spPr>
          <a:xfrm xmlns:a="http://schemas.openxmlformats.org/drawingml/2006/main">
            <a:off x="10639425" y="2305050"/>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63A32"/>
                </a:solidFill>
                <a:latin typeface="Arial"/>
                <a:ea typeface="Arial"/>
                <a:cs typeface="Arial"/>
              </a:defRPr>
            </a:defPPr>
          </a:lstStyle>
          <a:p xmlns:a="http://schemas.openxmlformats.org/drawingml/2006/main">
            <a:pPr>
              <a:defRPr sz="2025" b="1">
                <a:solidFill>
                  <a:srgbClr val="263A32"/>
                </a:solidFill>
                <a:latin typeface="Arial"/>
                <a:ea typeface="Arial"/>
                <a:cs typeface="Arial"/>
              </a:defRPr>
            </a:pPr>
            <a:r>
              <a:rPr sz="2025" b="1">
                <a:solidFill>
                  <a:srgbClr val="263A32"/>
                </a:solidFill>
                <a:latin typeface="Arial"/>
                <a:ea typeface="Arial"/>
                <a:cs typeface="Arial"/>
              </a:rPr>
              <a:t>Browse books</a:t>
            </a:r>
          </a:p>
        </p:txBody>
      </p:sp>
      <p:sp>
        <p:nvSpPr>
          <p:cNvPr id="45" name="">
            <a:extLst xmlns:a="http://schemas.openxmlformats.org/drawingml/2006/main">
              <a:ext uri="{FF2B5EF4-FFF2-40B4-BE49-F238E27FC236}">
                <a16:creationId xmlns:a16="http://schemas.microsoft.com/office/drawing/2014/main" id="{30EB0784-0B22-417F-A634-2B081C0ADEC6}"/>
              </a:ext>
            </a:extLst>
          </p:cNvPr>
          <p:cNvSpPr>
            <a:spLocks xmlns:a="http://schemas.openxmlformats.org/drawingml/2006/main" noGrp="1"/>
          </p:cNvSpPr>
          <p:nvPr/>
        </p:nvSpPr>
        <p:spPr>
          <a:xfrm xmlns:a="http://schemas.openxmlformats.org/drawingml/2006/main">
            <a:off x="10639425" y="2847975"/>
            <a:ext cx="2809875"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Search title or author…</a:t>
            </a:r>
          </a:p>
        </p:txBody>
      </p:sp>
      <p:sp>
        <p:nvSpPr>
          <p:cNvPr id="46" name="">
            <a:extLst xmlns:a="http://schemas.openxmlformats.org/drawingml/2006/main">
              <a:ext uri="{FF2B5EF4-FFF2-40B4-BE49-F238E27FC236}">
                <a16:creationId xmlns:a16="http://schemas.microsoft.com/office/drawing/2014/main" id="{95932074-8346-4E81-890D-85F420F92D7A}"/>
              </a:ext>
            </a:extLst>
          </p:cNvPr>
          <p:cNvSpPr>
            <a:spLocks xmlns:a="http://schemas.openxmlformats.org/drawingml/2006/main" noGrp="1"/>
          </p:cNvSpPr>
          <p:nvPr/>
        </p:nvSpPr>
        <p:spPr>
          <a:xfrm xmlns:a="http://schemas.openxmlformats.org/drawingml/2006/main">
            <a:off x="10639425" y="3371850"/>
            <a:ext cx="2809875"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Genre: All genres</a:t>
            </a:r>
          </a:p>
        </p:txBody>
      </p:sp>
      <p:sp>
        <p:nvSpPr>
          <p:cNvPr id="47" name="">
            <a:extLst xmlns:a="http://schemas.openxmlformats.org/drawingml/2006/main">
              <a:ext uri="{FF2B5EF4-FFF2-40B4-BE49-F238E27FC236}">
                <a16:creationId xmlns:a16="http://schemas.microsoft.com/office/drawing/2014/main" id="{DB9E2972-E6EE-49BA-8B7C-9A4ED438A4E4}"/>
              </a:ext>
            </a:extLst>
          </p:cNvPr>
          <p:cNvSpPr>
            <a:spLocks xmlns:a="http://schemas.openxmlformats.org/drawingml/2006/main" noGrp="1"/>
          </p:cNvSpPr>
          <p:nvPr/>
        </p:nvSpPr>
        <p:spPr>
          <a:xfrm xmlns:a="http://schemas.openxmlformats.org/drawingml/2006/main">
            <a:off x="10639425" y="390525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12 books</a:t>
            </a:r>
          </a:p>
        </p:txBody>
      </p:sp>
      <p:sp>
        <p:nvSpPr>
          <p:cNvPr id="48" name="">
            <a:extLst xmlns:a="http://schemas.openxmlformats.org/drawingml/2006/main">
              <a:ext uri="{FF2B5EF4-FFF2-40B4-BE49-F238E27FC236}">
                <a16:creationId xmlns:a16="http://schemas.microsoft.com/office/drawing/2014/main" id="{74F4BA33-EFCE-4D87-A9FA-8C8433A5313F}"/>
              </a:ext>
            </a:extLst>
          </p:cNvPr>
          <p:cNvSpPr>
            <a:spLocks xmlns:a="http://schemas.openxmlformats.org/drawingml/2006/main" noGrp="1"/>
          </p:cNvSpPr>
          <p:nvPr/>
        </p:nvSpPr>
        <p:spPr>
          <a:xfrm xmlns:a="http://schemas.openxmlformats.org/drawingml/2006/main">
            <a:off x="10753725" y="4429125"/>
            <a:ext cx="742950" cy="1066800"/>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49" name="">
            <a:extLst xmlns:a="http://schemas.openxmlformats.org/drawingml/2006/main">
              <a:ext uri="{FF2B5EF4-FFF2-40B4-BE49-F238E27FC236}">
                <a16:creationId xmlns:a16="http://schemas.microsoft.com/office/drawing/2014/main" id="{2D639058-408A-4B96-8888-5671D6EE47CF}"/>
              </a:ext>
            </a:extLst>
          </p:cNvPr>
          <p:cNvSpPr>
            <a:spLocks xmlns:a="http://schemas.openxmlformats.org/drawingml/2006/main" noGrp="1"/>
          </p:cNvSpPr>
          <p:nvPr/>
        </p:nvSpPr>
        <p:spPr>
          <a:xfrm xmlns:a="http://schemas.openxmlformats.org/drawingml/2006/main">
            <a:off x="11639550" y="4486275"/>
            <a:ext cx="1743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63A32"/>
                </a:solidFill>
                <a:latin typeface="Arial"/>
                <a:ea typeface="Arial"/>
                <a:cs typeface="Arial"/>
              </a:defRPr>
            </a:defPPr>
          </a:lstStyle>
          <a:p xmlns:a="http://schemas.openxmlformats.org/drawingml/2006/main">
            <a:pPr>
              <a:defRPr sz="1650" b="1">
                <a:solidFill>
                  <a:srgbClr val="263A32"/>
                </a:solidFill>
                <a:latin typeface="Arial"/>
                <a:ea typeface="Arial"/>
                <a:cs typeface="Arial"/>
              </a:defRPr>
            </a:pPr>
            <a:r>
              <a:rPr sz="1650" b="1">
                <a:solidFill>
                  <a:srgbClr val="263A32"/>
                </a:solidFill>
                <a:latin typeface="Arial"/>
                <a:ea typeface="Arial"/>
                <a:cs typeface="Arial"/>
              </a:rPr>
              <a:t>Book title</a:t>
            </a:r>
          </a:p>
        </p:txBody>
      </p:sp>
      <p:sp>
        <p:nvSpPr>
          <p:cNvPr id="50" name="">
            <a:extLst xmlns:a="http://schemas.openxmlformats.org/drawingml/2006/main">
              <a:ext uri="{FF2B5EF4-FFF2-40B4-BE49-F238E27FC236}">
                <a16:creationId xmlns:a16="http://schemas.microsoft.com/office/drawing/2014/main" id="{898C496E-CCC2-4441-8ADA-A5BBD9381528}"/>
              </a:ext>
            </a:extLst>
          </p:cNvPr>
          <p:cNvSpPr>
            <a:spLocks xmlns:a="http://schemas.openxmlformats.org/drawingml/2006/main" noGrp="1"/>
          </p:cNvSpPr>
          <p:nvPr/>
        </p:nvSpPr>
        <p:spPr>
          <a:xfrm xmlns:a="http://schemas.openxmlformats.org/drawingml/2006/main">
            <a:off x="11639550" y="4857750"/>
            <a:ext cx="1743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Author name</a:t>
            </a:r>
          </a:p>
        </p:txBody>
      </p:sp>
      <p:sp>
        <p:nvSpPr>
          <p:cNvPr id="51" name="">
            <a:extLst xmlns:a="http://schemas.openxmlformats.org/drawingml/2006/main">
              <a:ext uri="{FF2B5EF4-FFF2-40B4-BE49-F238E27FC236}">
                <a16:creationId xmlns:a16="http://schemas.microsoft.com/office/drawing/2014/main" id="{55CEF13F-9E34-45D5-A391-7739AD6A10C6}"/>
              </a:ext>
            </a:extLst>
          </p:cNvPr>
          <p:cNvSpPr>
            <a:spLocks xmlns:a="http://schemas.openxmlformats.org/drawingml/2006/main" noGrp="1"/>
          </p:cNvSpPr>
          <p:nvPr/>
        </p:nvSpPr>
        <p:spPr>
          <a:xfrm xmlns:a="http://schemas.openxmlformats.org/drawingml/2006/main">
            <a:off x="11639550" y="5191125"/>
            <a:ext cx="1743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199 SEK</a:t>
            </a:r>
          </a:p>
        </p:txBody>
      </p:sp>
      <p:sp>
        <p:nvSpPr>
          <p:cNvPr id="52" name="">
            <a:extLst xmlns:a="http://schemas.openxmlformats.org/drawingml/2006/main">
              <a:ext uri="{FF2B5EF4-FFF2-40B4-BE49-F238E27FC236}">
                <a16:creationId xmlns:a16="http://schemas.microsoft.com/office/drawing/2014/main" id="{174150B2-8CB2-4CD6-BDA5-1E001B71D1B3}"/>
              </a:ext>
            </a:extLst>
          </p:cNvPr>
          <p:cNvSpPr>
            <a:spLocks xmlns:a="http://schemas.openxmlformats.org/drawingml/2006/main" noGrp="1"/>
          </p:cNvSpPr>
          <p:nvPr/>
        </p:nvSpPr>
        <p:spPr>
          <a:xfrm xmlns:a="http://schemas.openxmlformats.org/drawingml/2006/main">
            <a:off x="10753725" y="5676900"/>
            <a:ext cx="25812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View book</a:t>
            </a:r>
          </a:p>
        </p:txBody>
      </p:sp>
      <p:sp>
        <p:nvSpPr>
          <p:cNvPr id="53" name="">
            <a:extLst xmlns:a="http://schemas.openxmlformats.org/drawingml/2006/main">
              <a:ext uri="{FF2B5EF4-FFF2-40B4-BE49-F238E27FC236}">
                <a16:creationId xmlns:a16="http://schemas.microsoft.com/office/drawing/2014/main" id="{76BA5CC2-583E-49E7-9EAF-7DA6B2EDADED}"/>
              </a:ext>
            </a:extLst>
          </p:cNvPr>
          <p:cNvSpPr>
            <a:spLocks xmlns:a="http://schemas.openxmlformats.org/drawingml/2006/main" noGrp="1"/>
          </p:cNvSpPr>
          <p:nvPr/>
        </p:nvSpPr>
        <p:spPr>
          <a:xfrm xmlns:a="http://schemas.openxmlformats.org/drawingml/2006/main">
            <a:off x="10753725" y="6000750"/>
            <a:ext cx="2581275" cy="2762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54" name="">
            <a:extLst xmlns:a="http://schemas.openxmlformats.org/drawingml/2006/main">
              <a:ext uri="{FF2B5EF4-FFF2-40B4-BE49-F238E27FC236}">
                <a16:creationId xmlns:a16="http://schemas.microsoft.com/office/drawing/2014/main" id="{E7949AC0-1256-41A4-AA77-F2A9E7CBD0F8}"/>
              </a:ext>
            </a:extLst>
          </p:cNvPr>
          <p:cNvSpPr>
            <a:spLocks xmlns:a="http://schemas.openxmlformats.org/drawingml/2006/main" noGrp="1"/>
          </p:cNvSpPr>
          <p:nvPr/>
        </p:nvSpPr>
        <p:spPr>
          <a:xfrm xmlns:a="http://schemas.openxmlformats.org/drawingml/2006/main">
            <a:off x="10639425" y="4314825"/>
            <a:ext cx="2809875" cy="2000250"/>
          </a:xfrm>
          <a:prstGeom xmlns:a="http://schemas.openxmlformats.org/drawingml/2006/main" prst="rect">
            <a:avLst/>
          </a:prstGeom>
          <a:noFill xmlns:a="http://schemas.openxmlformats.org/drawingml/2006/main"/>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55" name="">
            <a:extLst xmlns:a="http://schemas.openxmlformats.org/drawingml/2006/main">
              <a:ext uri="{FF2B5EF4-FFF2-40B4-BE49-F238E27FC236}">
                <a16:creationId xmlns:a16="http://schemas.microsoft.com/office/drawing/2014/main" id="{68F2447D-E82A-40BD-8ED6-AF7DD5986B8E}"/>
              </a:ext>
            </a:extLst>
          </p:cNvPr>
          <p:cNvSpPr>
            <a:spLocks xmlns:a="http://schemas.openxmlformats.org/drawingml/2006/main" noGrp="1"/>
          </p:cNvSpPr>
          <p:nvPr/>
        </p:nvSpPr>
        <p:spPr>
          <a:xfrm xmlns:a="http://schemas.openxmlformats.org/drawingml/2006/main">
            <a:off x="10639425" y="6553200"/>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More books below</a:t>
            </a:r>
          </a:p>
        </p:txBody>
      </p:sp>
    </p:spTree>
    <p:extLst>
      <p:ext uri="{BB962C8B-B14F-4D97-AF65-F5344CB8AC3E}">
        <p14:creationId xmlns:p14="http://schemas.microsoft.com/office/powerpoint/2010/main" val="1106133316"/>
      </p:ext>
    </p:extLst>
  </p:cSld>
</p:sld>
</file>

<file path=ppt/slides/slide3.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EA666E3-BFA9-408D-8090-DDF17C82D768}"/>
              </a:ext>
            </a:extLst>
          </p:cNvPr>
          <p:cNvSpPr>
            <a:spLocks xmlns:a="http://schemas.openxmlformats.org/drawingml/2006/main" noGrp="1"/>
          </p:cNvSpPr>
          <p:nvPr/>
        </p:nvSpPr>
        <p:spPr>
          <a:xfrm xmlns:a="http://schemas.openxmlformats.org/drawingml/2006/main">
            <a:off x="571500" y="333375"/>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63A32"/>
                </a:solidFill>
                <a:latin typeface="Arial"/>
                <a:ea typeface="Arial"/>
                <a:cs typeface="Arial"/>
              </a:defRPr>
            </a:defPPr>
          </a:lstStyle>
          <a:p xmlns:a="http://schemas.openxmlformats.org/drawingml/2006/main">
            <a:pPr>
              <a:defRPr sz="3225" b="1">
                <a:solidFill>
                  <a:srgbClr val="263A32"/>
                </a:solidFill>
                <a:latin typeface="Arial"/>
                <a:ea typeface="Arial"/>
                <a:cs typeface="Arial"/>
              </a:defRPr>
            </a:pPr>
            <a:r>
              <a:rPr sz="3225" b="1">
                <a:solidFill>
                  <a:srgbClr val="263A32"/>
                </a:solidFill>
                <a:latin typeface="Arial"/>
                <a:ea typeface="Arial"/>
                <a:cs typeface="Arial"/>
              </a:rPr>
              <a:t>Sjöbo Books / Book Details</a:t>
            </a:r>
          </a:p>
        </p:txBody>
      </p:sp>
      <p:sp>
        <p:nvSpPr>
          <p:cNvPr id="2" name="">
            <a:extLst xmlns:a="http://schemas.openxmlformats.org/drawingml/2006/main">
              <a:ext uri="{FF2B5EF4-FFF2-40B4-BE49-F238E27FC236}">
                <a16:creationId xmlns:a16="http://schemas.microsoft.com/office/drawing/2014/main" id="{2226E64A-F1A8-4978-B3E9-BA6A64F537E3}"/>
              </a:ext>
            </a:extLst>
          </p:cNvPr>
          <p:cNvSpPr>
            <a:spLocks xmlns:a="http://schemas.openxmlformats.org/drawingml/2006/main" noGrp="1"/>
          </p:cNvSpPr>
          <p:nvPr/>
        </p:nvSpPr>
        <p:spPr>
          <a:xfrm xmlns:a="http://schemas.openxmlformats.org/drawingml/2006/main">
            <a:off x="571500" y="10763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0A5922D8-6314-4045-9EFB-ACC4515FA01A}"/>
              </a:ext>
            </a:extLst>
          </p:cNvPr>
          <p:cNvSpPr>
            <a:spLocks xmlns:a="http://schemas.openxmlformats.org/drawingml/2006/main" noGrp="1"/>
          </p:cNvSpPr>
          <p:nvPr/>
        </p:nvSpPr>
        <p:spPr>
          <a:xfrm xmlns:a="http://schemas.openxmlformats.org/drawingml/2006/main">
            <a:off x="10477500" y="10763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Mobile · vertical scroll</a:t>
            </a:r>
          </a:p>
        </p:txBody>
      </p:sp>
      <p:sp>
        <p:nvSpPr>
          <p:cNvPr id="4" name="">
            <a:extLst xmlns:a="http://schemas.openxmlformats.org/drawingml/2006/main">
              <a:ext uri="{FF2B5EF4-FFF2-40B4-BE49-F238E27FC236}">
                <a16:creationId xmlns:a16="http://schemas.microsoft.com/office/drawing/2014/main" id="{C31F1F3D-B51B-4538-91FA-1BE73534F00B}"/>
              </a:ext>
            </a:extLst>
          </p:cNvPr>
          <p:cNvSpPr>
            <a:spLocks xmlns:a="http://schemas.openxmlformats.org/drawingml/2006/main" noGrp="1"/>
          </p:cNvSpPr>
          <p:nvPr/>
        </p:nvSpPr>
        <p:spPr>
          <a:xfrm xmlns:a="http://schemas.openxmlformats.org/drawingml/2006/main">
            <a:off x="571500" y="7858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Tablet</a:t>
            </a:r>
          </a:p>
        </p:txBody>
      </p:sp>
      <p:sp>
        <p:nvSpPr>
          <p:cNvPr id="5" name="">
            <a:extLst xmlns:a="http://schemas.openxmlformats.org/drawingml/2006/main">
              <a:ext uri="{FF2B5EF4-FFF2-40B4-BE49-F238E27FC236}">
                <a16:creationId xmlns:a16="http://schemas.microsoft.com/office/drawing/2014/main" id="{40CC9C69-C034-4532-9496-6EFA17A15120}"/>
              </a:ext>
            </a:extLst>
          </p:cNvPr>
          <p:cNvSpPr>
            <a:spLocks xmlns:a="http://schemas.openxmlformats.org/drawingml/2006/main" noGrp="1"/>
          </p:cNvSpPr>
          <p:nvPr/>
        </p:nvSpPr>
        <p:spPr>
          <a:xfrm xmlns:a="http://schemas.openxmlformats.org/drawingml/2006/main">
            <a:off x="2190750" y="7858125"/>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A32"/>
                </a:solidFill>
                <a:latin typeface="Arial"/>
                <a:ea typeface="Arial"/>
                <a:cs typeface="Arial"/>
              </a:defRPr>
            </a:defPPr>
          </a:lstStyle>
          <a:p xmlns:a="http://schemas.openxmlformats.org/drawingml/2006/main">
            <a:pPr>
              <a:defRPr sz="1725" b="0">
                <a:solidFill>
                  <a:srgbClr val="263A32"/>
                </a:solidFill>
                <a:latin typeface="Arial"/>
                <a:ea typeface="Arial"/>
                <a:cs typeface="Arial"/>
              </a:defRPr>
            </a:pPr>
            <a:r>
              <a:rPr sz="1725" b="0">
                <a:solidFill>
                  <a:srgbClr val="263A32"/>
                </a:solidFill>
                <a:latin typeface="Arial"/>
                <a:ea typeface="Arial"/>
                <a:cs typeface="Arial"/>
              </a:rPr>
              <a:t>Keep cover and details side by side when readable. Stack them on narrower screens.</a:t>
            </a:r>
          </a:p>
        </p:txBody>
      </p:sp>
      <p:sp>
        <p:nvSpPr>
          <p:cNvPr id="6" name="">
            <a:extLst xmlns:a="http://schemas.openxmlformats.org/drawingml/2006/main">
              <a:ext uri="{FF2B5EF4-FFF2-40B4-BE49-F238E27FC236}">
                <a16:creationId xmlns:a16="http://schemas.microsoft.com/office/drawing/2014/main" id="{36E220F4-E3D9-4C28-8C14-FA71659A86F9}"/>
              </a:ext>
            </a:extLst>
          </p:cNvPr>
          <p:cNvSpPr>
            <a:spLocks xmlns:a="http://schemas.openxmlformats.org/drawingml/2006/main" noGrp="1"/>
          </p:cNvSpPr>
          <p:nvPr/>
        </p:nvSpPr>
        <p:spPr>
          <a:xfrm xmlns:a="http://schemas.openxmlformats.org/drawingml/2006/main">
            <a:off x="571500" y="862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Behaviour</a:t>
            </a:r>
          </a:p>
        </p:txBody>
      </p:sp>
      <p:sp>
        <p:nvSpPr>
          <p:cNvPr id="7" name="">
            <a:extLst xmlns:a="http://schemas.openxmlformats.org/drawingml/2006/main">
              <a:ext uri="{FF2B5EF4-FFF2-40B4-BE49-F238E27FC236}">
                <a16:creationId xmlns:a16="http://schemas.microsoft.com/office/drawing/2014/main" id="{B6FE0FA6-68BE-428A-9FB4-0F24829AB4E5}"/>
              </a:ext>
            </a:extLst>
          </p:cNvPr>
          <p:cNvSpPr>
            <a:spLocks xmlns:a="http://schemas.openxmlformats.org/drawingml/2006/main" noGrp="1"/>
          </p:cNvSpPr>
          <p:nvPr/>
        </p:nvSpPr>
        <p:spPr>
          <a:xfrm xmlns:a="http://schemas.openxmlformats.org/drawingml/2006/main">
            <a:off x="2190750" y="8620125"/>
            <a:ext cx="1238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Add to Cart updates the shared count and shows feedback. Invalid book ID: offer Back to Shop.</a:t>
            </a:r>
          </a:p>
        </p:txBody>
      </p:sp>
      <p:sp>
        <p:nvSpPr>
          <p:cNvPr id="8" name="">
            <a:extLst xmlns:a="http://schemas.openxmlformats.org/drawingml/2006/main">
              <a:ext uri="{FF2B5EF4-FFF2-40B4-BE49-F238E27FC236}">
                <a16:creationId xmlns:a16="http://schemas.microsoft.com/office/drawing/2014/main" id="{3A3510E5-5909-4F0C-AF7B-3DAE3272BD35}"/>
              </a:ext>
            </a:extLst>
          </p:cNvPr>
          <p:cNvSpPr>
            <a:spLocks xmlns:a="http://schemas.openxmlformats.org/drawingml/2006/main" noGrp="1"/>
          </p:cNvSpPr>
          <p:nvPr/>
        </p:nvSpPr>
        <p:spPr>
          <a:xfrm xmlns:a="http://schemas.openxmlformats.org/drawingml/2006/main">
            <a:off x="571500" y="1524000"/>
            <a:ext cx="90487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A0C2C184-E557-4CAA-BE83-D610160341E7}"/>
              </a:ext>
            </a:extLst>
          </p:cNvPr>
          <p:cNvSpPr>
            <a:spLocks xmlns:a="http://schemas.openxmlformats.org/drawingml/2006/main" noGrp="1"/>
          </p:cNvSpPr>
          <p:nvPr/>
        </p:nvSpPr>
        <p:spPr>
          <a:xfrm xmlns:a="http://schemas.openxmlformats.org/drawingml/2006/main">
            <a:off x="571500" y="1524000"/>
            <a:ext cx="90487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123AEFE5-40EB-4FE1-960D-483597D7874D}"/>
              </a:ext>
            </a:extLst>
          </p:cNvPr>
          <p:cNvSpPr>
            <a:spLocks xmlns:a="http://schemas.openxmlformats.org/drawingml/2006/main" noGrp="1"/>
          </p:cNvSpPr>
          <p:nvPr/>
        </p:nvSpPr>
        <p:spPr>
          <a:xfrm xmlns:a="http://schemas.openxmlformats.org/drawingml/2006/main">
            <a:off x="714375" y="16478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Sjöbo Books</a:t>
            </a:r>
          </a:p>
        </p:txBody>
      </p:sp>
      <p:sp>
        <p:nvSpPr>
          <p:cNvPr id="11" name="">
            <a:extLst xmlns:a="http://schemas.openxmlformats.org/drawingml/2006/main">
              <a:ext uri="{FF2B5EF4-FFF2-40B4-BE49-F238E27FC236}">
                <a16:creationId xmlns:a16="http://schemas.microsoft.com/office/drawing/2014/main" id="{89097243-A0BD-4BC7-A0E6-048252590674}"/>
              </a:ext>
            </a:extLst>
          </p:cNvPr>
          <p:cNvSpPr>
            <a:spLocks xmlns:a="http://schemas.openxmlformats.org/drawingml/2006/main" noGrp="1"/>
          </p:cNvSpPr>
          <p:nvPr/>
        </p:nvSpPr>
        <p:spPr>
          <a:xfrm xmlns:a="http://schemas.openxmlformats.org/drawingml/2006/main">
            <a:off x="6334125" y="16954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Home       Shop       Cart (2)</a:t>
            </a:r>
          </a:p>
        </p:txBody>
      </p:sp>
      <p:sp>
        <p:nvSpPr>
          <p:cNvPr id="12" name="">
            <a:extLst xmlns:a="http://schemas.openxmlformats.org/drawingml/2006/main">
              <a:ext uri="{FF2B5EF4-FFF2-40B4-BE49-F238E27FC236}">
                <a16:creationId xmlns:a16="http://schemas.microsoft.com/office/drawing/2014/main" id="{DF3F35A4-D8C0-4B34-976D-A258C4A3208C}"/>
              </a:ext>
            </a:extLst>
          </p:cNvPr>
          <p:cNvSpPr>
            <a:spLocks xmlns:a="http://schemas.openxmlformats.org/drawingml/2006/main" noGrp="1"/>
          </p:cNvSpPr>
          <p:nvPr/>
        </p:nvSpPr>
        <p:spPr>
          <a:xfrm xmlns:a="http://schemas.openxmlformats.org/drawingml/2006/main">
            <a:off x="571500" y="7143750"/>
            <a:ext cx="90487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3" name="">
            <a:extLst xmlns:a="http://schemas.openxmlformats.org/drawingml/2006/main">
              <a:ext uri="{FF2B5EF4-FFF2-40B4-BE49-F238E27FC236}">
                <a16:creationId xmlns:a16="http://schemas.microsoft.com/office/drawing/2014/main" id="{1F723A76-7617-40B4-84C2-95DB9FF9C822}"/>
              </a:ext>
            </a:extLst>
          </p:cNvPr>
          <p:cNvSpPr>
            <a:spLocks xmlns:a="http://schemas.openxmlformats.org/drawingml/2006/main" noGrp="1"/>
          </p:cNvSpPr>
          <p:nvPr/>
        </p:nvSpPr>
        <p:spPr>
          <a:xfrm xmlns:a="http://schemas.openxmlformats.org/drawingml/2006/main">
            <a:off x="10477500" y="1524000"/>
            <a:ext cx="31432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3174FCFC-3E95-44E5-847A-8C3E35C28D3C}"/>
              </a:ext>
            </a:extLst>
          </p:cNvPr>
          <p:cNvSpPr>
            <a:spLocks xmlns:a="http://schemas.openxmlformats.org/drawingml/2006/main" noGrp="1"/>
          </p:cNvSpPr>
          <p:nvPr/>
        </p:nvSpPr>
        <p:spPr>
          <a:xfrm xmlns:a="http://schemas.openxmlformats.org/drawingml/2006/main">
            <a:off x="10477500" y="1524000"/>
            <a:ext cx="31432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50033DFD-D09D-49F4-8A8D-E6FECD4C82D9}"/>
              </a:ext>
            </a:extLst>
          </p:cNvPr>
          <p:cNvSpPr>
            <a:spLocks xmlns:a="http://schemas.openxmlformats.org/drawingml/2006/main" noGrp="1"/>
          </p:cNvSpPr>
          <p:nvPr/>
        </p:nvSpPr>
        <p:spPr>
          <a:xfrm xmlns:a="http://schemas.openxmlformats.org/drawingml/2006/main">
            <a:off x="10620375" y="1647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Sjöbo Books</a:t>
            </a:r>
          </a:p>
        </p:txBody>
      </p:sp>
      <p:sp>
        <p:nvSpPr>
          <p:cNvPr id="16" name="">
            <a:extLst xmlns:a="http://schemas.openxmlformats.org/drawingml/2006/main">
              <a:ext uri="{FF2B5EF4-FFF2-40B4-BE49-F238E27FC236}">
                <a16:creationId xmlns:a16="http://schemas.microsoft.com/office/drawing/2014/main" id="{2C99C904-7C79-4228-A196-F9CC90657338}"/>
              </a:ext>
            </a:extLst>
          </p:cNvPr>
          <p:cNvSpPr>
            <a:spLocks xmlns:a="http://schemas.openxmlformats.org/drawingml/2006/main" noGrp="1"/>
          </p:cNvSpPr>
          <p:nvPr/>
        </p:nvSpPr>
        <p:spPr>
          <a:xfrm xmlns:a="http://schemas.openxmlformats.org/drawingml/2006/main">
            <a:off x="12192000" y="169545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263A32"/>
                </a:solidFill>
                <a:latin typeface="Arial"/>
                <a:ea typeface="Arial"/>
                <a:cs typeface="Arial"/>
              </a:defRPr>
            </a:defPPr>
          </a:lstStyle>
          <a:p xmlns:a="http://schemas.openxmlformats.org/drawingml/2006/main">
            <a:pPr>
              <a:defRPr sz="1125" b="0">
                <a:solidFill>
                  <a:srgbClr val="263A32"/>
                </a:solidFill>
                <a:latin typeface="Arial"/>
                <a:ea typeface="Arial"/>
                <a:cs typeface="Arial"/>
              </a:defRPr>
            </a:pPr>
            <a:r>
              <a:rPr sz="1125" b="0">
                <a:solidFill>
                  <a:srgbClr val="263A32"/>
                </a:solidFill>
                <a:latin typeface="Arial"/>
                <a:ea typeface="Arial"/>
                <a:cs typeface="Arial"/>
              </a:rPr>
              <a:t>Menu   Cart (2)</a:t>
            </a:r>
          </a:p>
        </p:txBody>
      </p:sp>
      <p:sp>
        <p:nvSpPr>
          <p:cNvPr id="17" name="">
            <a:extLst xmlns:a="http://schemas.openxmlformats.org/drawingml/2006/main">
              <a:ext uri="{FF2B5EF4-FFF2-40B4-BE49-F238E27FC236}">
                <a16:creationId xmlns:a16="http://schemas.microsoft.com/office/drawing/2014/main" id="{A64657DE-BB70-4677-B45C-19031434850B}"/>
              </a:ext>
            </a:extLst>
          </p:cNvPr>
          <p:cNvSpPr>
            <a:spLocks xmlns:a="http://schemas.openxmlformats.org/drawingml/2006/main" noGrp="1"/>
          </p:cNvSpPr>
          <p:nvPr/>
        </p:nvSpPr>
        <p:spPr>
          <a:xfrm xmlns:a="http://schemas.openxmlformats.org/drawingml/2006/main">
            <a:off x="10477500" y="7143750"/>
            <a:ext cx="31432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8" name="">
            <a:extLst xmlns:a="http://schemas.openxmlformats.org/drawingml/2006/main">
              <a:ext uri="{FF2B5EF4-FFF2-40B4-BE49-F238E27FC236}">
                <a16:creationId xmlns:a16="http://schemas.microsoft.com/office/drawing/2014/main" id="{DBEEB836-6F40-4916-8C96-70504A3BA0AB}"/>
              </a:ext>
            </a:extLst>
          </p:cNvPr>
          <p:cNvSpPr>
            <a:spLocks xmlns:a="http://schemas.openxmlformats.org/drawingml/2006/main" noGrp="1"/>
          </p:cNvSpPr>
          <p:nvPr/>
        </p:nvSpPr>
        <p:spPr>
          <a:xfrm xmlns:a="http://schemas.openxmlformats.org/drawingml/2006/main">
            <a:off x="828675" y="23050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Back to Shop</a:t>
            </a:r>
          </a:p>
        </p:txBody>
      </p:sp>
      <p:sp>
        <p:nvSpPr>
          <p:cNvPr id="19" name="">
            <a:extLst xmlns:a="http://schemas.openxmlformats.org/drawingml/2006/main">
              <a:ext uri="{FF2B5EF4-FFF2-40B4-BE49-F238E27FC236}">
                <a16:creationId xmlns:a16="http://schemas.microsoft.com/office/drawing/2014/main" id="{E0DD606D-F6F5-4ED6-A8C0-38F6C773F155}"/>
              </a:ext>
            </a:extLst>
          </p:cNvPr>
          <p:cNvSpPr>
            <a:spLocks xmlns:a="http://schemas.openxmlformats.org/drawingml/2006/main" noGrp="1"/>
          </p:cNvSpPr>
          <p:nvPr/>
        </p:nvSpPr>
        <p:spPr>
          <a:xfrm xmlns:a="http://schemas.openxmlformats.org/drawingml/2006/main">
            <a:off x="857250" y="2952750"/>
            <a:ext cx="2714625" cy="3190875"/>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20" name="">
            <a:extLst xmlns:a="http://schemas.openxmlformats.org/drawingml/2006/main">
              <a:ext uri="{FF2B5EF4-FFF2-40B4-BE49-F238E27FC236}">
                <a16:creationId xmlns:a16="http://schemas.microsoft.com/office/drawing/2014/main" id="{991B918A-E6B5-4068-9967-94A752E3BC06}"/>
              </a:ext>
            </a:extLst>
          </p:cNvPr>
          <p:cNvSpPr>
            <a:spLocks xmlns:a="http://schemas.openxmlformats.org/drawingml/2006/main" noGrp="1"/>
          </p:cNvSpPr>
          <p:nvPr/>
        </p:nvSpPr>
        <p:spPr>
          <a:xfrm xmlns:a="http://schemas.openxmlformats.org/drawingml/2006/main">
            <a:off x="4000500" y="28956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63A32"/>
                </a:solidFill>
                <a:latin typeface="Arial"/>
                <a:ea typeface="Arial"/>
                <a:cs typeface="Arial"/>
              </a:defRPr>
            </a:defPPr>
          </a:lstStyle>
          <a:p xmlns:a="http://schemas.openxmlformats.org/drawingml/2006/main">
            <a:pPr>
              <a:defRPr sz="2625" b="1">
                <a:solidFill>
                  <a:srgbClr val="263A32"/>
                </a:solidFill>
                <a:latin typeface="Arial"/>
                <a:ea typeface="Arial"/>
                <a:cs typeface="Arial"/>
              </a:defRPr>
            </a:pPr>
            <a:r>
              <a:rPr sz="2625" b="1">
                <a:solidFill>
                  <a:srgbClr val="263A32"/>
                </a:solidFill>
                <a:latin typeface="Arial"/>
                <a:ea typeface="Arial"/>
                <a:cs typeface="Arial"/>
              </a:rPr>
              <a:t>Book title</a:t>
            </a:r>
          </a:p>
        </p:txBody>
      </p:sp>
      <p:sp>
        <p:nvSpPr>
          <p:cNvPr id="21" name="">
            <a:extLst xmlns:a="http://schemas.openxmlformats.org/drawingml/2006/main">
              <a:ext uri="{FF2B5EF4-FFF2-40B4-BE49-F238E27FC236}">
                <a16:creationId xmlns:a16="http://schemas.microsoft.com/office/drawing/2014/main" id="{DF40204F-7A16-4301-BEE1-0FFD7C1A5E4D}"/>
              </a:ext>
            </a:extLst>
          </p:cNvPr>
          <p:cNvSpPr>
            <a:spLocks xmlns:a="http://schemas.openxmlformats.org/drawingml/2006/main" noGrp="1"/>
          </p:cNvSpPr>
          <p:nvPr/>
        </p:nvSpPr>
        <p:spPr>
          <a:xfrm xmlns:a="http://schemas.openxmlformats.org/drawingml/2006/main">
            <a:off x="4000500" y="3524250"/>
            <a:ext cx="523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A32"/>
                </a:solidFill>
                <a:latin typeface="Arial"/>
                <a:ea typeface="Arial"/>
                <a:cs typeface="Arial"/>
              </a:defRPr>
            </a:defPPr>
          </a:lstStyle>
          <a:p xmlns:a="http://schemas.openxmlformats.org/drawingml/2006/main">
            <a:pPr>
              <a:defRPr sz="1875" b="0">
                <a:solidFill>
                  <a:srgbClr val="263A32"/>
                </a:solidFill>
                <a:latin typeface="Arial"/>
                <a:ea typeface="Arial"/>
                <a:cs typeface="Arial"/>
              </a:defRPr>
            </a:pPr>
            <a:r>
              <a:rPr sz="1875" b="0">
                <a:solidFill>
                  <a:srgbClr val="263A32"/>
                </a:solidFill>
                <a:latin typeface="Arial"/>
                <a:ea typeface="Arial"/>
                <a:cs typeface="Arial"/>
              </a:rPr>
              <a:t>Author name</a:t>
            </a:r>
          </a:p>
        </p:txBody>
      </p:sp>
      <p:sp>
        <p:nvSpPr>
          <p:cNvPr id="22" name="">
            <a:extLst xmlns:a="http://schemas.openxmlformats.org/drawingml/2006/main">
              <a:ext uri="{FF2B5EF4-FFF2-40B4-BE49-F238E27FC236}">
                <a16:creationId xmlns:a16="http://schemas.microsoft.com/office/drawing/2014/main" id="{4BFB16FD-30D1-41C1-91E3-E7FB20616CA8}"/>
              </a:ext>
            </a:extLst>
          </p:cNvPr>
          <p:cNvSpPr>
            <a:spLocks xmlns:a="http://schemas.openxmlformats.org/drawingml/2006/main" noGrp="1"/>
          </p:cNvSpPr>
          <p:nvPr/>
        </p:nvSpPr>
        <p:spPr>
          <a:xfrm xmlns:a="http://schemas.openxmlformats.org/drawingml/2006/main">
            <a:off x="4000500" y="40005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Genre</a:t>
            </a:r>
          </a:p>
        </p:txBody>
      </p:sp>
      <p:sp>
        <p:nvSpPr>
          <p:cNvPr id="23" name="">
            <a:extLst xmlns:a="http://schemas.openxmlformats.org/drawingml/2006/main">
              <a:ext uri="{FF2B5EF4-FFF2-40B4-BE49-F238E27FC236}">
                <a16:creationId xmlns:a16="http://schemas.microsoft.com/office/drawing/2014/main" id="{326C3E7C-545F-4306-A4A2-F93D67B9544E}"/>
              </a:ext>
            </a:extLst>
          </p:cNvPr>
          <p:cNvSpPr>
            <a:spLocks xmlns:a="http://schemas.openxmlformats.org/drawingml/2006/main" noGrp="1"/>
          </p:cNvSpPr>
          <p:nvPr/>
        </p:nvSpPr>
        <p:spPr>
          <a:xfrm xmlns:a="http://schemas.openxmlformats.org/drawingml/2006/main">
            <a:off x="4000500" y="450532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A32"/>
                </a:solidFill>
                <a:latin typeface="Arial"/>
                <a:ea typeface="Arial"/>
                <a:cs typeface="Arial"/>
              </a:defRPr>
            </a:defPPr>
          </a:lstStyle>
          <a:p xmlns:a="http://schemas.openxmlformats.org/drawingml/2006/main">
            <a:pPr>
              <a:defRPr sz="1800" b="0">
                <a:solidFill>
                  <a:srgbClr val="263A32"/>
                </a:solidFill>
                <a:latin typeface="Arial"/>
                <a:ea typeface="Arial"/>
                <a:cs typeface="Arial"/>
              </a:defRPr>
            </a:pPr>
            <a:r>
              <a:rPr sz="1800" b="0">
                <a:solidFill>
                  <a:srgbClr val="263A32"/>
                </a:solidFill>
                <a:latin typeface="Arial"/>
                <a:ea typeface="Arial"/>
                <a:cs typeface="Arial"/>
              </a:rPr>
              <a:t>Book description and a short introduction</a:t>
            </a:r>
          </a:p>
          <a:p xmlns:a="http://schemas.openxmlformats.org/drawingml/2006/main">
            <a:pPr>
              <a:defRPr sz="1800" b="0">
                <a:solidFill>
                  <a:srgbClr val="263A32"/>
                </a:solidFill>
                <a:latin typeface="Arial"/>
                <a:ea typeface="Arial"/>
                <a:cs typeface="Arial"/>
              </a:defRPr>
            </a:pPr>
            <a:r>
              <a:rPr sz="1800" b="0">
                <a:solidFill>
                  <a:srgbClr val="263A32"/>
                </a:solidFill>
                <a:latin typeface="Arial"/>
                <a:ea typeface="Arial"/>
                <a:cs typeface="Arial"/>
              </a:rPr>
              <a:t>to the story or subject.</a:t>
            </a:r>
          </a:p>
        </p:txBody>
      </p:sp>
      <p:sp>
        <p:nvSpPr>
          <p:cNvPr id="24" name="">
            <a:extLst xmlns:a="http://schemas.openxmlformats.org/drawingml/2006/main">
              <a:ext uri="{FF2B5EF4-FFF2-40B4-BE49-F238E27FC236}">
                <a16:creationId xmlns:a16="http://schemas.microsoft.com/office/drawing/2014/main" id="{D5E5F11B-431F-4002-9EF6-B357DC6E6BD1}"/>
              </a:ext>
            </a:extLst>
          </p:cNvPr>
          <p:cNvSpPr>
            <a:spLocks xmlns:a="http://schemas.openxmlformats.org/drawingml/2006/main" noGrp="1"/>
          </p:cNvSpPr>
          <p:nvPr/>
        </p:nvSpPr>
        <p:spPr>
          <a:xfrm xmlns:a="http://schemas.openxmlformats.org/drawingml/2006/main">
            <a:off x="4000500" y="56197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63A32"/>
                </a:solidFill>
                <a:latin typeface="Arial"/>
                <a:ea typeface="Arial"/>
                <a:cs typeface="Arial"/>
              </a:defRPr>
            </a:defPPr>
          </a:lstStyle>
          <a:p xmlns:a="http://schemas.openxmlformats.org/drawingml/2006/main">
            <a:pPr>
              <a:defRPr sz="2175" b="1">
                <a:solidFill>
                  <a:srgbClr val="263A32"/>
                </a:solidFill>
                <a:latin typeface="Arial"/>
                <a:ea typeface="Arial"/>
                <a:cs typeface="Arial"/>
              </a:defRPr>
            </a:pPr>
            <a:r>
              <a:rPr sz="2175" b="1">
                <a:solidFill>
                  <a:srgbClr val="263A32"/>
                </a:solidFill>
                <a:latin typeface="Arial"/>
                <a:ea typeface="Arial"/>
                <a:cs typeface="Arial"/>
              </a:rPr>
              <a:t>199 SEK</a:t>
            </a:r>
          </a:p>
        </p:txBody>
      </p:sp>
      <p:sp>
        <p:nvSpPr>
          <p:cNvPr id="25" name="">
            <a:extLst xmlns:a="http://schemas.openxmlformats.org/drawingml/2006/main">
              <a:ext uri="{FF2B5EF4-FFF2-40B4-BE49-F238E27FC236}">
                <a16:creationId xmlns:a16="http://schemas.microsoft.com/office/drawing/2014/main" id="{9ECC7155-5BB6-49EF-991E-8B1013FE71E2}"/>
              </a:ext>
            </a:extLst>
          </p:cNvPr>
          <p:cNvSpPr>
            <a:spLocks xmlns:a="http://schemas.openxmlformats.org/drawingml/2006/main" noGrp="1"/>
          </p:cNvSpPr>
          <p:nvPr/>
        </p:nvSpPr>
        <p:spPr>
          <a:xfrm xmlns:a="http://schemas.openxmlformats.org/drawingml/2006/main">
            <a:off x="4000500" y="6238875"/>
            <a:ext cx="3143250" cy="457200"/>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
        <p:nvSpPr>
          <p:cNvPr id="26" name="">
            <a:extLst xmlns:a="http://schemas.openxmlformats.org/drawingml/2006/main">
              <a:ext uri="{FF2B5EF4-FFF2-40B4-BE49-F238E27FC236}">
                <a16:creationId xmlns:a16="http://schemas.microsoft.com/office/drawing/2014/main" id="{5A0A882D-761C-46B9-98D4-8C072C9A677D}"/>
              </a:ext>
            </a:extLst>
          </p:cNvPr>
          <p:cNvSpPr>
            <a:spLocks xmlns:a="http://schemas.openxmlformats.org/drawingml/2006/main" noGrp="1"/>
          </p:cNvSpPr>
          <p:nvPr/>
        </p:nvSpPr>
        <p:spPr>
          <a:xfrm xmlns:a="http://schemas.openxmlformats.org/drawingml/2006/main">
            <a:off x="10639425" y="22574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Back to Shop</a:t>
            </a:r>
          </a:p>
        </p:txBody>
      </p:sp>
      <p:sp>
        <p:nvSpPr>
          <p:cNvPr id="27" name="">
            <a:extLst xmlns:a="http://schemas.openxmlformats.org/drawingml/2006/main">
              <a:ext uri="{FF2B5EF4-FFF2-40B4-BE49-F238E27FC236}">
                <a16:creationId xmlns:a16="http://schemas.microsoft.com/office/drawing/2014/main" id="{C071BD90-91B5-4AD4-8309-69520A250FF3}"/>
              </a:ext>
            </a:extLst>
          </p:cNvPr>
          <p:cNvSpPr>
            <a:spLocks xmlns:a="http://schemas.openxmlformats.org/drawingml/2006/main" noGrp="1"/>
          </p:cNvSpPr>
          <p:nvPr/>
        </p:nvSpPr>
        <p:spPr>
          <a:xfrm xmlns:a="http://schemas.openxmlformats.org/drawingml/2006/main">
            <a:off x="11334750" y="2695575"/>
            <a:ext cx="1428750" cy="1457325"/>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28" name="">
            <a:extLst xmlns:a="http://schemas.openxmlformats.org/drawingml/2006/main">
              <a:ext uri="{FF2B5EF4-FFF2-40B4-BE49-F238E27FC236}">
                <a16:creationId xmlns:a16="http://schemas.microsoft.com/office/drawing/2014/main" id="{CAEA4666-BAD6-4EDA-A6E4-A4E8F9F03A2D}"/>
              </a:ext>
            </a:extLst>
          </p:cNvPr>
          <p:cNvSpPr>
            <a:spLocks xmlns:a="http://schemas.openxmlformats.org/drawingml/2006/main" noGrp="1"/>
          </p:cNvSpPr>
          <p:nvPr/>
        </p:nvSpPr>
        <p:spPr>
          <a:xfrm xmlns:a="http://schemas.openxmlformats.org/drawingml/2006/main">
            <a:off x="10639425" y="4286250"/>
            <a:ext cx="280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63A32"/>
                </a:solidFill>
                <a:latin typeface="Arial"/>
                <a:ea typeface="Arial"/>
                <a:cs typeface="Arial"/>
              </a:defRPr>
            </a:defPPr>
          </a:lstStyle>
          <a:p xmlns:a="http://schemas.openxmlformats.org/drawingml/2006/main">
            <a:pPr>
              <a:defRPr sz="2100" b="1">
                <a:solidFill>
                  <a:srgbClr val="263A32"/>
                </a:solidFill>
                <a:latin typeface="Arial"/>
                <a:ea typeface="Arial"/>
                <a:cs typeface="Arial"/>
              </a:defRPr>
            </a:pPr>
            <a:r>
              <a:rPr sz="2100" b="1">
                <a:solidFill>
                  <a:srgbClr val="263A32"/>
                </a:solidFill>
                <a:latin typeface="Arial"/>
                <a:ea typeface="Arial"/>
                <a:cs typeface="Arial"/>
              </a:rPr>
              <a:t>Book title</a:t>
            </a:r>
          </a:p>
        </p:txBody>
      </p:sp>
      <p:sp>
        <p:nvSpPr>
          <p:cNvPr id="29" name="">
            <a:extLst xmlns:a="http://schemas.openxmlformats.org/drawingml/2006/main">
              <a:ext uri="{FF2B5EF4-FFF2-40B4-BE49-F238E27FC236}">
                <a16:creationId xmlns:a16="http://schemas.microsoft.com/office/drawing/2014/main" id="{5175CDA8-0F61-4593-8987-F1D3F9133372}"/>
              </a:ext>
            </a:extLst>
          </p:cNvPr>
          <p:cNvSpPr>
            <a:spLocks xmlns:a="http://schemas.openxmlformats.org/drawingml/2006/main" noGrp="1"/>
          </p:cNvSpPr>
          <p:nvPr/>
        </p:nvSpPr>
        <p:spPr>
          <a:xfrm xmlns:a="http://schemas.openxmlformats.org/drawingml/2006/main">
            <a:off x="10639425" y="4752975"/>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Author name  /  Genre</a:t>
            </a:r>
          </a:p>
        </p:txBody>
      </p:sp>
      <p:sp>
        <p:nvSpPr>
          <p:cNvPr id="30" name="">
            <a:extLst xmlns:a="http://schemas.openxmlformats.org/drawingml/2006/main">
              <a:ext uri="{FF2B5EF4-FFF2-40B4-BE49-F238E27FC236}">
                <a16:creationId xmlns:a16="http://schemas.microsoft.com/office/drawing/2014/main" id="{F2EEC8D1-0DC1-4D28-A0FE-EBA28C966277}"/>
              </a:ext>
            </a:extLst>
          </p:cNvPr>
          <p:cNvSpPr>
            <a:spLocks xmlns:a="http://schemas.openxmlformats.org/drawingml/2006/main" noGrp="1"/>
          </p:cNvSpPr>
          <p:nvPr/>
        </p:nvSpPr>
        <p:spPr>
          <a:xfrm xmlns:a="http://schemas.openxmlformats.org/drawingml/2006/main">
            <a:off x="10639425" y="5191125"/>
            <a:ext cx="2809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263A32"/>
                </a:solidFill>
                <a:latin typeface="Arial"/>
                <a:ea typeface="Arial"/>
                <a:cs typeface="Arial"/>
              </a:defRPr>
            </a:defPPr>
          </a:lstStyle>
          <a:p xmlns:a="http://schemas.openxmlformats.org/drawingml/2006/main">
            <a:pPr>
              <a:defRPr sz="1500" b="0">
                <a:solidFill>
                  <a:srgbClr val="263A32"/>
                </a:solidFill>
                <a:latin typeface="Arial"/>
                <a:ea typeface="Arial"/>
                <a:cs typeface="Arial"/>
              </a:defRPr>
            </a:pPr>
            <a:r>
              <a:rPr sz="1500" b="0">
                <a:solidFill>
                  <a:srgbClr val="263A32"/>
                </a:solidFill>
                <a:latin typeface="Arial"/>
                <a:ea typeface="Arial"/>
                <a:cs typeface="Arial"/>
              </a:rPr>
              <a:t>Book description</a:t>
            </a:r>
          </a:p>
          <a:p xmlns:a="http://schemas.openxmlformats.org/drawingml/2006/main">
            <a:pPr>
              <a:defRPr sz="1500" b="0">
                <a:solidFill>
                  <a:srgbClr val="263A32"/>
                </a:solidFill>
                <a:latin typeface="Arial"/>
                <a:ea typeface="Arial"/>
                <a:cs typeface="Arial"/>
              </a:defRPr>
            </a:pPr>
            <a:r>
              <a:rPr sz="1500" b="0">
                <a:solidFill>
                  <a:srgbClr val="263A32"/>
                </a:solidFill>
                <a:latin typeface="Arial"/>
                <a:ea typeface="Arial"/>
                <a:cs typeface="Arial"/>
              </a:rPr>
              <a:t>continues here.</a:t>
            </a:r>
          </a:p>
        </p:txBody>
      </p:sp>
      <p:sp>
        <p:nvSpPr>
          <p:cNvPr id="31" name="">
            <a:extLst xmlns:a="http://schemas.openxmlformats.org/drawingml/2006/main">
              <a:ext uri="{FF2B5EF4-FFF2-40B4-BE49-F238E27FC236}">
                <a16:creationId xmlns:a16="http://schemas.microsoft.com/office/drawing/2014/main" id="{A57BBAA7-162C-49C3-BB19-3315B13DCB9E}"/>
              </a:ext>
            </a:extLst>
          </p:cNvPr>
          <p:cNvSpPr>
            <a:spLocks xmlns:a="http://schemas.openxmlformats.org/drawingml/2006/main" noGrp="1"/>
          </p:cNvSpPr>
          <p:nvPr/>
        </p:nvSpPr>
        <p:spPr>
          <a:xfrm xmlns:a="http://schemas.openxmlformats.org/drawingml/2006/main">
            <a:off x="10639425" y="5924550"/>
            <a:ext cx="2809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63A32"/>
                </a:solidFill>
                <a:latin typeface="Arial"/>
                <a:ea typeface="Arial"/>
                <a:cs typeface="Arial"/>
              </a:defRPr>
            </a:defPPr>
          </a:lstStyle>
          <a:p xmlns:a="http://schemas.openxmlformats.org/drawingml/2006/main">
            <a:pPr>
              <a:defRPr sz="1875" b="1">
                <a:solidFill>
                  <a:srgbClr val="263A32"/>
                </a:solidFill>
                <a:latin typeface="Arial"/>
                <a:ea typeface="Arial"/>
                <a:cs typeface="Arial"/>
              </a:defRPr>
            </a:pPr>
            <a:r>
              <a:rPr sz="1875" b="1">
                <a:solidFill>
                  <a:srgbClr val="263A32"/>
                </a:solidFill>
                <a:latin typeface="Arial"/>
                <a:ea typeface="Arial"/>
                <a:cs typeface="Arial"/>
              </a:rPr>
              <a:t>199 SEK</a:t>
            </a:r>
          </a:p>
        </p:txBody>
      </p:sp>
      <p:sp>
        <p:nvSpPr>
          <p:cNvPr id="32" name="">
            <a:extLst xmlns:a="http://schemas.openxmlformats.org/drawingml/2006/main">
              <a:ext uri="{FF2B5EF4-FFF2-40B4-BE49-F238E27FC236}">
                <a16:creationId xmlns:a16="http://schemas.microsoft.com/office/drawing/2014/main" id="{939CB1D3-E8AC-40E0-9183-C6F152DEBD7E}"/>
              </a:ext>
            </a:extLst>
          </p:cNvPr>
          <p:cNvSpPr>
            <a:spLocks xmlns:a="http://schemas.openxmlformats.org/drawingml/2006/main" noGrp="1"/>
          </p:cNvSpPr>
          <p:nvPr/>
        </p:nvSpPr>
        <p:spPr>
          <a:xfrm xmlns:a="http://schemas.openxmlformats.org/drawingml/2006/main">
            <a:off x="10639425" y="6419850"/>
            <a:ext cx="2809875" cy="419100"/>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Add to Cart</a:t>
            </a:r>
          </a:p>
        </p:txBody>
      </p:sp>
    </p:spTree>
    <p:extLst>
      <p:ext uri="{BB962C8B-B14F-4D97-AF65-F5344CB8AC3E}">
        <p14:creationId xmlns:p14="http://schemas.microsoft.com/office/powerpoint/2010/main" val="575775005"/>
      </p:ext>
    </p:extLst>
  </p:cSld>
</p:sld>
</file>

<file path=ppt/slides/slide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7CEB029-52E7-47E3-B55F-CBF6B24130E2}"/>
              </a:ext>
            </a:extLst>
          </p:cNvPr>
          <p:cNvSpPr>
            <a:spLocks xmlns:a="http://schemas.openxmlformats.org/drawingml/2006/main" noGrp="1"/>
          </p:cNvSpPr>
          <p:nvPr/>
        </p:nvSpPr>
        <p:spPr>
          <a:xfrm xmlns:a="http://schemas.openxmlformats.org/drawingml/2006/main">
            <a:off x="571500" y="333375"/>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63A32"/>
                </a:solidFill>
                <a:latin typeface="Arial"/>
                <a:ea typeface="Arial"/>
                <a:cs typeface="Arial"/>
              </a:defRPr>
            </a:defPPr>
          </a:lstStyle>
          <a:p xmlns:a="http://schemas.openxmlformats.org/drawingml/2006/main">
            <a:pPr>
              <a:defRPr sz="3225" b="1">
                <a:solidFill>
                  <a:srgbClr val="263A32"/>
                </a:solidFill>
                <a:latin typeface="Arial"/>
                <a:ea typeface="Arial"/>
                <a:cs typeface="Arial"/>
              </a:defRPr>
            </a:pPr>
            <a:r>
              <a:rPr sz="3225" b="1">
                <a:solidFill>
                  <a:srgbClr val="263A32"/>
                </a:solidFill>
                <a:latin typeface="Arial"/>
                <a:ea typeface="Arial"/>
                <a:cs typeface="Arial"/>
              </a:rPr>
              <a:t>Sjöbo Books / Cart</a:t>
            </a:r>
          </a:p>
        </p:txBody>
      </p:sp>
      <p:sp>
        <p:nvSpPr>
          <p:cNvPr id="2" name="">
            <a:extLst xmlns:a="http://schemas.openxmlformats.org/drawingml/2006/main">
              <a:ext uri="{FF2B5EF4-FFF2-40B4-BE49-F238E27FC236}">
                <a16:creationId xmlns:a16="http://schemas.microsoft.com/office/drawing/2014/main" id="{C3D333B3-9890-48E9-A321-FF6BEC4F06DD}"/>
              </a:ext>
            </a:extLst>
          </p:cNvPr>
          <p:cNvSpPr>
            <a:spLocks xmlns:a="http://schemas.openxmlformats.org/drawingml/2006/main" noGrp="1"/>
          </p:cNvSpPr>
          <p:nvPr/>
        </p:nvSpPr>
        <p:spPr>
          <a:xfrm xmlns:a="http://schemas.openxmlformats.org/drawingml/2006/main">
            <a:off x="571500" y="10763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193EB81D-16EE-4899-97DA-8A0E9D2C4FD5}"/>
              </a:ext>
            </a:extLst>
          </p:cNvPr>
          <p:cNvSpPr>
            <a:spLocks xmlns:a="http://schemas.openxmlformats.org/drawingml/2006/main" noGrp="1"/>
          </p:cNvSpPr>
          <p:nvPr/>
        </p:nvSpPr>
        <p:spPr>
          <a:xfrm xmlns:a="http://schemas.openxmlformats.org/drawingml/2006/main">
            <a:off x="10477500" y="10763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Mobile · vertical scroll</a:t>
            </a:r>
          </a:p>
        </p:txBody>
      </p:sp>
      <p:sp>
        <p:nvSpPr>
          <p:cNvPr id="4" name="">
            <a:extLst xmlns:a="http://schemas.openxmlformats.org/drawingml/2006/main">
              <a:ext uri="{FF2B5EF4-FFF2-40B4-BE49-F238E27FC236}">
                <a16:creationId xmlns:a16="http://schemas.microsoft.com/office/drawing/2014/main" id="{CBE136A3-6B26-4EA9-ACDC-F0749FAB4BF8}"/>
              </a:ext>
            </a:extLst>
          </p:cNvPr>
          <p:cNvSpPr>
            <a:spLocks xmlns:a="http://schemas.openxmlformats.org/drawingml/2006/main" noGrp="1"/>
          </p:cNvSpPr>
          <p:nvPr/>
        </p:nvSpPr>
        <p:spPr>
          <a:xfrm xmlns:a="http://schemas.openxmlformats.org/drawingml/2006/main">
            <a:off x="571500" y="7858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Tablet</a:t>
            </a:r>
          </a:p>
        </p:txBody>
      </p:sp>
      <p:sp>
        <p:nvSpPr>
          <p:cNvPr id="5" name="">
            <a:extLst xmlns:a="http://schemas.openxmlformats.org/drawingml/2006/main">
              <a:ext uri="{FF2B5EF4-FFF2-40B4-BE49-F238E27FC236}">
                <a16:creationId xmlns:a16="http://schemas.microsoft.com/office/drawing/2014/main" id="{29CDFECE-04BF-4ABD-A4D1-1B264F77BE08}"/>
              </a:ext>
            </a:extLst>
          </p:cNvPr>
          <p:cNvSpPr>
            <a:spLocks xmlns:a="http://schemas.openxmlformats.org/drawingml/2006/main" noGrp="1"/>
          </p:cNvSpPr>
          <p:nvPr/>
        </p:nvSpPr>
        <p:spPr>
          <a:xfrm xmlns:a="http://schemas.openxmlformats.org/drawingml/2006/main">
            <a:off x="2190750" y="7858125"/>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A32"/>
                </a:solidFill>
                <a:latin typeface="Arial"/>
                <a:ea typeface="Arial"/>
                <a:cs typeface="Arial"/>
              </a:defRPr>
            </a:defPPr>
          </a:lstStyle>
          <a:p xmlns:a="http://schemas.openxmlformats.org/drawingml/2006/main">
            <a:pPr>
              <a:defRPr sz="1725" b="0">
                <a:solidFill>
                  <a:srgbClr val="263A32"/>
                </a:solidFill>
                <a:latin typeface="Arial"/>
                <a:ea typeface="Arial"/>
                <a:cs typeface="Arial"/>
              </a:defRPr>
            </a:pPr>
            <a:r>
              <a:rPr sz="1725" b="0">
                <a:solidFill>
                  <a:srgbClr val="263A32"/>
                </a:solidFill>
                <a:latin typeface="Arial"/>
                <a:ea typeface="Arial"/>
                <a:cs typeface="Arial"/>
              </a:rPr>
              <a:t>Cart items take the full width. Place the order summary below the items if space is limited.</a:t>
            </a:r>
          </a:p>
        </p:txBody>
      </p:sp>
      <p:sp>
        <p:nvSpPr>
          <p:cNvPr id="6" name="">
            <a:extLst xmlns:a="http://schemas.openxmlformats.org/drawingml/2006/main">
              <a:ext uri="{FF2B5EF4-FFF2-40B4-BE49-F238E27FC236}">
                <a16:creationId xmlns:a16="http://schemas.microsoft.com/office/drawing/2014/main" id="{3EE8F8AA-FB50-4EE1-8590-F14029929BF1}"/>
              </a:ext>
            </a:extLst>
          </p:cNvPr>
          <p:cNvSpPr>
            <a:spLocks xmlns:a="http://schemas.openxmlformats.org/drawingml/2006/main" noGrp="1"/>
          </p:cNvSpPr>
          <p:nvPr/>
        </p:nvSpPr>
        <p:spPr>
          <a:xfrm xmlns:a="http://schemas.openxmlformats.org/drawingml/2006/main">
            <a:off x="571500" y="862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Behaviour</a:t>
            </a:r>
          </a:p>
        </p:txBody>
      </p:sp>
      <p:sp>
        <p:nvSpPr>
          <p:cNvPr id="7" name="">
            <a:extLst xmlns:a="http://schemas.openxmlformats.org/drawingml/2006/main">
              <a:ext uri="{FF2B5EF4-FFF2-40B4-BE49-F238E27FC236}">
                <a16:creationId xmlns:a16="http://schemas.microsoft.com/office/drawing/2014/main" id="{8DB558CE-F44F-4F0B-8586-9F96F27DC912}"/>
              </a:ext>
            </a:extLst>
          </p:cNvPr>
          <p:cNvSpPr>
            <a:spLocks xmlns:a="http://schemas.openxmlformats.org/drawingml/2006/main" noGrp="1"/>
          </p:cNvSpPr>
          <p:nvPr/>
        </p:nvSpPr>
        <p:spPr>
          <a:xfrm xmlns:a="http://schemas.openxmlformats.org/drawingml/2006/main">
            <a:off x="2190750" y="8620125"/>
            <a:ext cx="1238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Quantity changes update totals. Remove deletes an item. Empty cart shows a Browse books link.</a:t>
            </a:r>
          </a:p>
        </p:txBody>
      </p:sp>
      <p:sp>
        <p:nvSpPr>
          <p:cNvPr id="8" name="">
            <a:extLst xmlns:a="http://schemas.openxmlformats.org/drawingml/2006/main">
              <a:ext uri="{FF2B5EF4-FFF2-40B4-BE49-F238E27FC236}">
                <a16:creationId xmlns:a16="http://schemas.microsoft.com/office/drawing/2014/main" id="{26AAE59E-9BBD-4AE0-9212-8A53F1C6E5F7}"/>
              </a:ext>
            </a:extLst>
          </p:cNvPr>
          <p:cNvSpPr>
            <a:spLocks xmlns:a="http://schemas.openxmlformats.org/drawingml/2006/main" noGrp="1"/>
          </p:cNvSpPr>
          <p:nvPr/>
        </p:nvSpPr>
        <p:spPr>
          <a:xfrm xmlns:a="http://schemas.openxmlformats.org/drawingml/2006/main">
            <a:off x="571500" y="1524000"/>
            <a:ext cx="90487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02B35A91-F625-417A-8201-DFA55DAC524B}"/>
              </a:ext>
            </a:extLst>
          </p:cNvPr>
          <p:cNvSpPr>
            <a:spLocks xmlns:a="http://schemas.openxmlformats.org/drawingml/2006/main" noGrp="1"/>
          </p:cNvSpPr>
          <p:nvPr/>
        </p:nvSpPr>
        <p:spPr>
          <a:xfrm xmlns:a="http://schemas.openxmlformats.org/drawingml/2006/main">
            <a:off x="571500" y="1524000"/>
            <a:ext cx="90487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E87299D-4D88-460E-8931-D09E4D330251}"/>
              </a:ext>
            </a:extLst>
          </p:cNvPr>
          <p:cNvSpPr>
            <a:spLocks xmlns:a="http://schemas.openxmlformats.org/drawingml/2006/main" noGrp="1"/>
          </p:cNvSpPr>
          <p:nvPr/>
        </p:nvSpPr>
        <p:spPr>
          <a:xfrm xmlns:a="http://schemas.openxmlformats.org/drawingml/2006/main">
            <a:off x="714375" y="16478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Sjöbo Books</a:t>
            </a:r>
          </a:p>
        </p:txBody>
      </p:sp>
      <p:sp>
        <p:nvSpPr>
          <p:cNvPr id="11" name="">
            <a:extLst xmlns:a="http://schemas.openxmlformats.org/drawingml/2006/main">
              <a:ext uri="{FF2B5EF4-FFF2-40B4-BE49-F238E27FC236}">
                <a16:creationId xmlns:a16="http://schemas.microsoft.com/office/drawing/2014/main" id="{34C1CA6A-7FB7-4D77-AEF1-9D70B9A12A9F}"/>
              </a:ext>
            </a:extLst>
          </p:cNvPr>
          <p:cNvSpPr>
            <a:spLocks xmlns:a="http://schemas.openxmlformats.org/drawingml/2006/main" noGrp="1"/>
          </p:cNvSpPr>
          <p:nvPr/>
        </p:nvSpPr>
        <p:spPr>
          <a:xfrm xmlns:a="http://schemas.openxmlformats.org/drawingml/2006/main">
            <a:off x="6334125" y="16954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Home       Shop       Cart (2)</a:t>
            </a:r>
          </a:p>
        </p:txBody>
      </p:sp>
      <p:sp>
        <p:nvSpPr>
          <p:cNvPr id="12" name="">
            <a:extLst xmlns:a="http://schemas.openxmlformats.org/drawingml/2006/main">
              <a:ext uri="{FF2B5EF4-FFF2-40B4-BE49-F238E27FC236}">
                <a16:creationId xmlns:a16="http://schemas.microsoft.com/office/drawing/2014/main" id="{D334FC2B-9234-4DC0-A872-C2F4D9C61110}"/>
              </a:ext>
            </a:extLst>
          </p:cNvPr>
          <p:cNvSpPr>
            <a:spLocks xmlns:a="http://schemas.openxmlformats.org/drawingml/2006/main" noGrp="1"/>
          </p:cNvSpPr>
          <p:nvPr/>
        </p:nvSpPr>
        <p:spPr>
          <a:xfrm xmlns:a="http://schemas.openxmlformats.org/drawingml/2006/main">
            <a:off x="571500" y="7143750"/>
            <a:ext cx="90487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3" name="">
            <a:extLst xmlns:a="http://schemas.openxmlformats.org/drawingml/2006/main">
              <a:ext uri="{FF2B5EF4-FFF2-40B4-BE49-F238E27FC236}">
                <a16:creationId xmlns:a16="http://schemas.microsoft.com/office/drawing/2014/main" id="{985C7EAE-5301-4C1B-9619-48EC4CB02FB7}"/>
              </a:ext>
            </a:extLst>
          </p:cNvPr>
          <p:cNvSpPr>
            <a:spLocks xmlns:a="http://schemas.openxmlformats.org/drawingml/2006/main" noGrp="1"/>
          </p:cNvSpPr>
          <p:nvPr/>
        </p:nvSpPr>
        <p:spPr>
          <a:xfrm xmlns:a="http://schemas.openxmlformats.org/drawingml/2006/main">
            <a:off x="10477500" y="1524000"/>
            <a:ext cx="31432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9A1DA182-649F-4C19-A839-C17F8D90859A}"/>
              </a:ext>
            </a:extLst>
          </p:cNvPr>
          <p:cNvSpPr>
            <a:spLocks xmlns:a="http://schemas.openxmlformats.org/drawingml/2006/main" noGrp="1"/>
          </p:cNvSpPr>
          <p:nvPr/>
        </p:nvSpPr>
        <p:spPr>
          <a:xfrm xmlns:a="http://schemas.openxmlformats.org/drawingml/2006/main">
            <a:off x="10477500" y="1524000"/>
            <a:ext cx="31432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7DE3D25B-5031-465F-9D1E-A56E9FF5908C}"/>
              </a:ext>
            </a:extLst>
          </p:cNvPr>
          <p:cNvSpPr>
            <a:spLocks xmlns:a="http://schemas.openxmlformats.org/drawingml/2006/main" noGrp="1"/>
          </p:cNvSpPr>
          <p:nvPr/>
        </p:nvSpPr>
        <p:spPr>
          <a:xfrm xmlns:a="http://schemas.openxmlformats.org/drawingml/2006/main">
            <a:off x="10620375" y="1647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Sjöbo Books</a:t>
            </a:r>
          </a:p>
        </p:txBody>
      </p:sp>
      <p:sp>
        <p:nvSpPr>
          <p:cNvPr id="16" name="">
            <a:extLst xmlns:a="http://schemas.openxmlformats.org/drawingml/2006/main">
              <a:ext uri="{FF2B5EF4-FFF2-40B4-BE49-F238E27FC236}">
                <a16:creationId xmlns:a16="http://schemas.microsoft.com/office/drawing/2014/main" id="{473EDD7E-289D-4BAE-ACCB-DAE7CEE3B963}"/>
              </a:ext>
            </a:extLst>
          </p:cNvPr>
          <p:cNvSpPr>
            <a:spLocks xmlns:a="http://schemas.openxmlformats.org/drawingml/2006/main" noGrp="1"/>
          </p:cNvSpPr>
          <p:nvPr/>
        </p:nvSpPr>
        <p:spPr>
          <a:xfrm xmlns:a="http://schemas.openxmlformats.org/drawingml/2006/main">
            <a:off x="12192000" y="169545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263A32"/>
                </a:solidFill>
                <a:latin typeface="Arial"/>
                <a:ea typeface="Arial"/>
                <a:cs typeface="Arial"/>
              </a:defRPr>
            </a:defPPr>
          </a:lstStyle>
          <a:p xmlns:a="http://schemas.openxmlformats.org/drawingml/2006/main">
            <a:pPr>
              <a:defRPr sz="1125" b="0">
                <a:solidFill>
                  <a:srgbClr val="263A32"/>
                </a:solidFill>
                <a:latin typeface="Arial"/>
                <a:ea typeface="Arial"/>
                <a:cs typeface="Arial"/>
              </a:defRPr>
            </a:pPr>
            <a:r>
              <a:rPr sz="1125" b="0">
                <a:solidFill>
                  <a:srgbClr val="263A32"/>
                </a:solidFill>
                <a:latin typeface="Arial"/>
                <a:ea typeface="Arial"/>
                <a:cs typeface="Arial"/>
              </a:rPr>
              <a:t>Menu   Cart (2)</a:t>
            </a:r>
          </a:p>
        </p:txBody>
      </p:sp>
      <p:sp>
        <p:nvSpPr>
          <p:cNvPr id="17" name="">
            <a:extLst xmlns:a="http://schemas.openxmlformats.org/drawingml/2006/main">
              <a:ext uri="{FF2B5EF4-FFF2-40B4-BE49-F238E27FC236}">
                <a16:creationId xmlns:a16="http://schemas.microsoft.com/office/drawing/2014/main" id="{BC0D74EB-9757-4EEB-8975-035E15CF5D3B}"/>
              </a:ext>
            </a:extLst>
          </p:cNvPr>
          <p:cNvSpPr>
            <a:spLocks xmlns:a="http://schemas.openxmlformats.org/drawingml/2006/main" noGrp="1"/>
          </p:cNvSpPr>
          <p:nvPr/>
        </p:nvSpPr>
        <p:spPr>
          <a:xfrm xmlns:a="http://schemas.openxmlformats.org/drawingml/2006/main">
            <a:off x="10477500" y="7143750"/>
            <a:ext cx="31432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8" name="">
            <a:extLst xmlns:a="http://schemas.openxmlformats.org/drawingml/2006/main">
              <a:ext uri="{FF2B5EF4-FFF2-40B4-BE49-F238E27FC236}">
                <a16:creationId xmlns:a16="http://schemas.microsoft.com/office/drawing/2014/main" id="{EAA6CF81-3007-4DFA-81D9-8E923B49324F}"/>
              </a:ext>
            </a:extLst>
          </p:cNvPr>
          <p:cNvSpPr>
            <a:spLocks xmlns:a="http://schemas.openxmlformats.org/drawingml/2006/main" noGrp="1"/>
          </p:cNvSpPr>
          <p:nvPr/>
        </p:nvSpPr>
        <p:spPr>
          <a:xfrm xmlns:a="http://schemas.openxmlformats.org/drawingml/2006/main">
            <a:off x="809625" y="228600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63A32"/>
                </a:solidFill>
                <a:latin typeface="Arial"/>
                <a:ea typeface="Arial"/>
                <a:cs typeface="Arial"/>
              </a:defRPr>
            </a:defPPr>
          </a:lstStyle>
          <a:p xmlns:a="http://schemas.openxmlformats.org/drawingml/2006/main">
            <a:pPr>
              <a:defRPr sz="2475" b="1">
                <a:solidFill>
                  <a:srgbClr val="263A32"/>
                </a:solidFill>
                <a:latin typeface="Arial"/>
                <a:ea typeface="Arial"/>
                <a:cs typeface="Arial"/>
              </a:defRPr>
            </a:pPr>
            <a:r>
              <a:rPr sz="2475" b="1">
                <a:solidFill>
                  <a:srgbClr val="263A32"/>
                </a:solidFill>
                <a:latin typeface="Arial"/>
                <a:ea typeface="Arial"/>
                <a:cs typeface="Arial"/>
              </a:rPr>
              <a:t>Your cart</a:t>
            </a:r>
          </a:p>
        </p:txBody>
      </p:sp>
      <p:sp>
        <p:nvSpPr>
          <p:cNvPr id="19" name="">
            <a:extLst xmlns:a="http://schemas.openxmlformats.org/drawingml/2006/main">
              <a:ext uri="{FF2B5EF4-FFF2-40B4-BE49-F238E27FC236}">
                <a16:creationId xmlns:a16="http://schemas.microsoft.com/office/drawing/2014/main" id="{2527A835-3F99-416B-9CCF-52337CADF193}"/>
              </a:ext>
            </a:extLst>
          </p:cNvPr>
          <p:cNvSpPr>
            <a:spLocks xmlns:a="http://schemas.openxmlformats.org/drawingml/2006/main" noGrp="1"/>
          </p:cNvSpPr>
          <p:nvPr/>
        </p:nvSpPr>
        <p:spPr>
          <a:xfrm xmlns:a="http://schemas.openxmlformats.org/drawingml/2006/main">
            <a:off x="809625" y="3000375"/>
            <a:ext cx="5429250"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0" name="">
            <a:extLst xmlns:a="http://schemas.openxmlformats.org/drawingml/2006/main">
              <a:ext uri="{FF2B5EF4-FFF2-40B4-BE49-F238E27FC236}">
                <a16:creationId xmlns:a16="http://schemas.microsoft.com/office/drawing/2014/main" id="{D1F78B5A-7C56-4C07-900F-B3654EBE4360}"/>
              </a:ext>
            </a:extLst>
          </p:cNvPr>
          <p:cNvSpPr>
            <a:spLocks xmlns:a="http://schemas.openxmlformats.org/drawingml/2006/main" noGrp="1"/>
          </p:cNvSpPr>
          <p:nvPr/>
        </p:nvSpPr>
        <p:spPr>
          <a:xfrm xmlns:a="http://schemas.openxmlformats.org/drawingml/2006/main">
            <a:off x="952500" y="3219450"/>
            <a:ext cx="857250" cy="1133475"/>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21" name="">
            <a:extLst xmlns:a="http://schemas.openxmlformats.org/drawingml/2006/main">
              <a:ext uri="{FF2B5EF4-FFF2-40B4-BE49-F238E27FC236}">
                <a16:creationId xmlns:a16="http://schemas.microsoft.com/office/drawing/2014/main" id="{D5E6F6CF-991C-487A-9204-AC4E63B7A56B}"/>
              </a:ext>
            </a:extLst>
          </p:cNvPr>
          <p:cNvSpPr>
            <a:spLocks xmlns:a="http://schemas.openxmlformats.org/drawingml/2006/main" noGrp="1"/>
          </p:cNvSpPr>
          <p:nvPr/>
        </p:nvSpPr>
        <p:spPr>
          <a:xfrm xmlns:a="http://schemas.openxmlformats.org/drawingml/2006/main">
            <a:off x="2000250" y="3190875"/>
            <a:ext cx="4048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Book title</a:t>
            </a:r>
          </a:p>
        </p:txBody>
      </p:sp>
      <p:sp>
        <p:nvSpPr>
          <p:cNvPr id="22" name="">
            <a:extLst xmlns:a="http://schemas.openxmlformats.org/drawingml/2006/main">
              <a:ext uri="{FF2B5EF4-FFF2-40B4-BE49-F238E27FC236}">
                <a16:creationId xmlns:a16="http://schemas.microsoft.com/office/drawing/2014/main" id="{2024B570-96D2-4662-A31F-7ECCD791203F}"/>
              </a:ext>
            </a:extLst>
          </p:cNvPr>
          <p:cNvSpPr>
            <a:spLocks xmlns:a="http://schemas.openxmlformats.org/drawingml/2006/main" noGrp="1"/>
          </p:cNvSpPr>
          <p:nvPr/>
        </p:nvSpPr>
        <p:spPr>
          <a:xfrm xmlns:a="http://schemas.openxmlformats.org/drawingml/2006/main">
            <a:off x="2000250" y="3657600"/>
            <a:ext cx="404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199 SEK each</a:t>
            </a:r>
          </a:p>
        </p:txBody>
      </p:sp>
      <p:sp>
        <p:nvSpPr>
          <p:cNvPr id="23" name="">
            <a:extLst xmlns:a="http://schemas.openxmlformats.org/drawingml/2006/main">
              <a:ext uri="{FF2B5EF4-FFF2-40B4-BE49-F238E27FC236}">
                <a16:creationId xmlns:a16="http://schemas.microsoft.com/office/drawing/2014/main" id="{F543C169-C7D1-498D-B6B9-1491AF7CBE5D}"/>
              </a:ext>
            </a:extLst>
          </p:cNvPr>
          <p:cNvSpPr>
            <a:spLocks xmlns:a="http://schemas.openxmlformats.org/drawingml/2006/main" noGrp="1"/>
          </p:cNvSpPr>
          <p:nvPr/>
        </p:nvSpPr>
        <p:spPr>
          <a:xfrm xmlns:a="http://schemas.openxmlformats.org/drawingml/2006/main">
            <a:off x="2000250" y="4133850"/>
            <a:ext cx="1809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725" b="0">
                <a:solidFill>
                  <a:srgbClr val="263A32"/>
                </a:solidFill>
                <a:latin typeface="Arial"/>
                <a:ea typeface="Arial"/>
                <a:cs typeface="Arial"/>
              </a:defRPr>
            </a:defPPr>
          </a:lstStyle>
          <a:p xmlns:a="http://schemas.openxmlformats.org/drawingml/2006/main">
            <a:pPr>
              <a:defRPr sz="1725" b="0">
                <a:solidFill>
                  <a:srgbClr val="263A32"/>
                </a:solidFill>
                <a:latin typeface="Arial"/>
                <a:ea typeface="Arial"/>
                <a:cs typeface="Arial"/>
              </a:defRPr>
            </a:pPr>
            <a:r>
              <a:rPr sz="1725" b="0">
                <a:solidFill>
                  <a:srgbClr val="263A32"/>
                </a:solidFill>
                <a:latin typeface="Arial"/>
                <a:ea typeface="Arial"/>
                <a:cs typeface="Arial"/>
              </a:rPr>
              <a:t>−     2     +</a:t>
            </a:r>
          </a:p>
        </p:txBody>
      </p:sp>
      <p:sp>
        <p:nvSpPr>
          <p:cNvPr id="24" name="">
            <a:extLst xmlns:a="http://schemas.openxmlformats.org/drawingml/2006/main">
              <a:ext uri="{FF2B5EF4-FFF2-40B4-BE49-F238E27FC236}">
                <a16:creationId xmlns:a16="http://schemas.microsoft.com/office/drawing/2014/main" id="{38B67419-5B0B-4DAB-9C5D-D078719267B3}"/>
              </a:ext>
            </a:extLst>
          </p:cNvPr>
          <p:cNvSpPr>
            <a:spLocks xmlns:a="http://schemas.openxmlformats.org/drawingml/2006/main" noGrp="1"/>
          </p:cNvSpPr>
          <p:nvPr/>
        </p:nvSpPr>
        <p:spPr>
          <a:xfrm xmlns:a="http://schemas.openxmlformats.org/drawingml/2006/main">
            <a:off x="2000250" y="4619625"/>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Remove</a:t>
            </a:r>
          </a:p>
        </p:txBody>
      </p:sp>
      <p:sp>
        <p:nvSpPr>
          <p:cNvPr id="25" name="">
            <a:extLst xmlns:a="http://schemas.openxmlformats.org/drawingml/2006/main">
              <a:ext uri="{FF2B5EF4-FFF2-40B4-BE49-F238E27FC236}">
                <a16:creationId xmlns:a16="http://schemas.microsoft.com/office/drawing/2014/main" id="{AE4FE442-2784-49CC-A091-51BF6D32C518}"/>
              </a:ext>
            </a:extLst>
          </p:cNvPr>
          <p:cNvSpPr>
            <a:spLocks xmlns:a="http://schemas.openxmlformats.org/drawingml/2006/main" noGrp="1"/>
          </p:cNvSpPr>
          <p:nvPr/>
        </p:nvSpPr>
        <p:spPr>
          <a:xfrm xmlns:a="http://schemas.openxmlformats.org/drawingml/2006/main">
            <a:off x="3952875" y="4619625"/>
            <a:ext cx="2124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263A32"/>
                </a:solidFill>
                <a:latin typeface="Arial"/>
                <a:ea typeface="Arial"/>
                <a:cs typeface="Arial"/>
              </a:defRPr>
            </a:defPPr>
          </a:lstStyle>
          <a:p xmlns:a="http://schemas.openxmlformats.org/drawingml/2006/main">
            <a:pPr>
              <a:defRPr sz="1575" b="1">
                <a:solidFill>
                  <a:srgbClr val="263A32"/>
                </a:solidFill>
                <a:latin typeface="Arial"/>
                <a:ea typeface="Arial"/>
                <a:cs typeface="Arial"/>
              </a:defRPr>
            </a:pPr>
            <a:r>
              <a:rPr sz="1575" b="1">
                <a:solidFill>
                  <a:srgbClr val="263A32"/>
                </a:solidFill>
                <a:latin typeface="Arial"/>
                <a:ea typeface="Arial"/>
                <a:cs typeface="Arial"/>
              </a:rPr>
              <a:t>Subtotal: 398 SEK</a:t>
            </a:r>
          </a:p>
        </p:txBody>
      </p:sp>
      <p:sp>
        <p:nvSpPr>
          <p:cNvPr id="26" name="">
            <a:extLst xmlns:a="http://schemas.openxmlformats.org/drawingml/2006/main">
              <a:ext uri="{FF2B5EF4-FFF2-40B4-BE49-F238E27FC236}">
                <a16:creationId xmlns:a16="http://schemas.microsoft.com/office/drawing/2014/main" id="{B9F0F23B-EC84-44C0-B58B-50A2AD43F8FD}"/>
              </a:ext>
            </a:extLst>
          </p:cNvPr>
          <p:cNvSpPr>
            <a:spLocks xmlns:a="http://schemas.openxmlformats.org/drawingml/2006/main" noGrp="1"/>
          </p:cNvSpPr>
          <p:nvPr/>
        </p:nvSpPr>
        <p:spPr>
          <a:xfrm xmlns:a="http://schemas.openxmlformats.org/drawingml/2006/main">
            <a:off x="6543675" y="3000375"/>
            <a:ext cx="2809875" cy="2714625"/>
          </a:xfrm>
          <a:prstGeom xmlns:a="http://schemas.openxmlformats.org/drawingml/2006/main" prst="rect">
            <a:avLst/>
          </a:prstGeom>
          <a:solidFill xmlns:a="http://schemas.openxmlformats.org/drawingml/2006/main">
            <a:srgbClr val="F0F3F1"/>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7" name="">
            <a:extLst xmlns:a="http://schemas.openxmlformats.org/drawingml/2006/main">
              <a:ext uri="{FF2B5EF4-FFF2-40B4-BE49-F238E27FC236}">
                <a16:creationId xmlns:a16="http://schemas.microsoft.com/office/drawing/2014/main" id="{14DDEBB8-B752-431D-A4F9-8A0D7CC9FB32}"/>
              </a:ext>
            </a:extLst>
          </p:cNvPr>
          <p:cNvSpPr>
            <a:spLocks xmlns:a="http://schemas.openxmlformats.org/drawingml/2006/main" noGrp="1"/>
          </p:cNvSpPr>
          <p:nvPr/>
        </p:nvSpPr>
        <p:spPr>
          <a:xfrm xmlns:a="http://schemas.openxmlformats.org/drawingml/2006/main">
            <a:off x="6705600" y="31718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63A32"/>
                </a:solidFill>
                <a:latin typeface="Arial"/>
                <a:ea typeface="Arial"/>
                <a:cs typeface="Arial"/>
              </a:defRPr>
            </a:defPPr>
          </a:lstStyle>
          <a:p xmlns:a="http://schemas.openxmlformats.org/drawingml/2006/main">
            <a:pPr>
              <a:defRPr sz="2025" b="1">
                <a:solidFill>
                  <a:srgbClr val="263A32"/>
                </a:solidFill>
                <a:latin typeface="Arial"/>
                <a:ea typeface="Arial"/>
                <a:cs typeface="Arial"/>
              </a:defRPr>
            </a:pPr>
            <a:r>
              <a:rPr sz="2025" b="1">
                <a:solidFill>
                  <a:srgbClr val="263A32"/>
                </a:solidFill>
                <a:latin typeface="Arial"/>
                <a:ea typeface="Arial"/>
                <a:cs typeface="Arial"/>
              </a:rPr>
              <a:t>Order summary</a:t>
            </a:r>
          </a:p>
        </p:txBody>
      </p:sp>
      <p:sp>
        <p:nvSpPr>
          <p:cNvPr id="28" name="">
            <a:extLst xmlns:a="http://schemas.openxmlformats.org/drawingml/2006/main">
              <a:ext uri="{FF2B5EF4-FFF2-40B4-BE49-F238E27FC236}">
                <a16:creationId xmlns:a16="http://schemas.microsoft.com/office/drawing/2014/main" id="{87D340A1-491B-4A83-8E62-C86D8A7063CC}"/>
              </a:ext>
            </a:extLst>
          </p:cNvPr>
          <p:cNvSpPr>
            <a:spLocks xmlns:a="http://schemas.openxmlformats.org/drawingml/2006/main" noGrp="1"/>
          </p:cNvSpPr>
          <p:nvPr/>
        </p:nvSpPr>
        <p:spPr>
          <a:xfrm xmlns:a="http://schemas.openxmlformats.org/drawingml/2006/main">
            <a:off x="6705600" y="3752850"/>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2 books</a:t>
            </a:r>
          </a:p>
        </p:txBody>
      </p:sp>
      <p:sp>
        <p:nvSpPr>
          <p:cNvPr id="29" name="">
            <a:extLst xmlns:a="http://schemas.openxmlformats.org/drawingml/2006/main">
              <a:ext uri="{FF2B5EF4-FFF2-40B4-BE49-F238E27FC236}">
                <a16:creationId xmlns:a16="http://schemas.microsoft.com/office/drawing/2014/main" id="{443C62F1-6B4C-45D7-8CC6-B3B3633BAB01}"/>
              </a:ext>
            </a:extLst>
          </p:cNvPr>
          <p:cNvSpPr>
            <a:spLocks xmlns:a="http://schemas.openxmlformats.org/drawingml/2006/main" noGrp="1"/>
          </p:cNvSpPr>
          <p:nvPr/>
        </p:nvSpPr>
        <p:spPr>
          <a:xfrm xmlns:a="http://schemas.openxmlformats.org/drawingml/2006/main">
            <a:off x="6705600" y="42386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63A32"/>
                </a:solidFill>
                <a:latin typeface="Arial"/>
                <a:ea typeface="Arial"/>
                <a:cs typeface="Arial"/>
              </a:defRPr>
            </a:defPPr>
          </a:lstStyle>
          <a:p xmlns:a="http://schemas.openxmlformats.org/drawingml/2006/main">
            <a:pPr>
              <a:defRPr sz="2025" b="1">
                <a:solidFill>
                  <a:srgbClr val="263A32"/>
                </a:solidFill>
                <a:latin typeface="Arial"/>
                <a:ea typeface="Arial"/>
                <a:cs typeface="Arial"/>
              </a:defRPr>
            </a:pPr>
            <a:r>
              <a:rPr sz="2025" b="1">
                <a:solidFill>
                  <a:srgbClr val="263A32"/>
                </a:solidFill>
                <a:latin typeface="Arial"/>
                <a:ea typeface="Arial"/>
                <a:cs typeface="Arial"/>
              </a:rPr>
              <a:t>Total: 398 SEK</a:t>
            </a:r>
          </a:p>
        </p:txBody>
      </p:sp>
      <p:sp>
        <p:nvSpPr>
          <p:cNvPr id="30" name="">
            <a:extLst xmlns:a="http://schemas.openxmlformats.org/drawingml/2006/main">
              <a:ext uri="{FF2B5EF4-FFF2-40B4-BE49-F238E27FC236}">
                <a16:creationId xmlns:a16="http://schemas.microsoft.com/office/drawing/2014/main" id="{994FF1F2-38C8-42FC-BA09-6E3DEEE7172B}"/>
              </a:ext>
            </a:extLst>
          </p:cNvPr>
          <p:cNvSpPr>
            <a:spLocks xmlns:a="http://schemas.openxmlformats.org/drawingml/2006/main" noGrp="1"/>
          </p:cNvSpPr>
          <p:nvPr/>
        </p:nvSpPr>
        <p:spPr>
          <a:xfrm xmlns:a="http://schemas.openxmlformats.org/drawingml/2006/main">
            <a:off x="6705600" y="4914900"/>
            <a:ext cx="2466975" cy="457200"/>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Checkout</a:t>
            </a:r>
          </a:p>
        </p:txBody>
      </p:sp>
      <p:sp>
        <p:nvSpPr>
          <p:cNvPr id="31" name="">
            <a:extLst xmlns:a="http://schemas.openxmlformats.org/drawingml/2006/main">
              <a:ext uri="{FF2B5EF4-FFF2-40B4-BE49-F238E27FC236}">
                <a16:creationId xmlns:a16="http://schemas.microsoft.com/office/drawing/2014/main" id="{DE4A1738-A825-4F33-A7C0-2DE30724CD8F}"/>
              </a:ext>
            </a:extLst>
          </p:cNvPr>
          <p:cNvSpPr>
            <a:spLocks xmlns:a="http://schemas.openxmlformats.org/drawingml/2006/main" noGrp="1"/>
          </p:cNvSpPr>
          <p:nvPr/>
        </p:nvSpPr>
        <p:spPr>
          <a:xfrm xmlns:a="http://schemas.openxmlformats.org/drawingml/2006/main">
            <a:off x="809625" y="60007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Continue shopping</a:t>
            </a:r>
          </a:p>
        </p:txBody>
      </p:sp>
      <p:sp>
        <p:nvSpPr>
          <p:cNvPr id="32" name="">
            <a:extLst xmlns:a="http://schemas.openxmlformats.org/drawingml/2006/main">
              <a:ext uri="{FF2B5EF4-FFF2-40B4-BE49-F238E27FC236}">
                <a16:creationId xmlns:a16="http://schemas.microsoft.com/office/drawing/2014/main" id="{1B85C4BD-D353-4ADE-86CF-0F50E4120911}"/>
              </a:ext>
            </a:extLst>
          </p:cNvPr>
          <p:cNvSpPr>
            <a:spLocks xmlns:a="http://schemas.openxmlformats.org/drawingml/2006/main" noGrp="1"/>
          </p:cNvSpPr>
          <p:nvPr/>
        </p:nvSpPr>
        <p:spPr>
          <a:xfrm xmlns:a="http://schemas.openxmlformats.org/drawingml/2006/main">
            <a:off x="10639425" y="228600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63A32"/>
                </a:solidFill>
                <a:latin typeface="Arial"/>
                <a:ea typeface="Arial"/>
                <a:cs typeface="Arial"/>
              </a:defRPr>
            </a:defPPr>
          </a:lstStyle>
          <a:p xmlns:a="http://schemas.openxmlformats.org/drawingml/2006/main">
            <a:pPr>
              <a:defRPr sz="2100" b="1">
                <a:solidFill>
                  <a:srgbClr val="263A32"/>
                </a:solidFill>
                <a:latin typeface="Arial"/>
                <a:ea typeface="Arial"/>
                <a:cs typeface="Arial"/>
              </a:defRPr>
            </a:pPr>
            <a:r>
              <a:rPr sz="2100" b="1">
                <a:solidFill>
                  <a:srgbClr val="263A32"/>
                </a:solidFill>
                <a:latin typeface="Arial"/>
                <a:ea typeface="Arial"/>
                <a:cs typeface="Arial"/>
              </a:rPr>
              <a:t>Your cart</a:t>
            </a:r>
          </a:p>
        </p:txBody>
      </p:sp>
      <p:sp>
        <p:nvSpPr>
          <p:cNvPr id="33" name="">
            <a:extLst xmlns:a="http://schemas.openxmlformats.org/drawingml/2006/main">
              <a:ext uri="{FF2B5EF4-FFF2-40B4-BE49-F238E27FC236}">
                <a16:creationId xmlns:a16="http://schemas.microsoft.com/office/drawing/2014/main" id="{5E0B8E15-E986-4C31-B45A-815F3B69B217}"/>
              </a:ext>
            </a:extLst>
          </p:cNvPr>
          <p:cNvSpPr>
            <a:spLocks xmlns:a="http://schemas.openxmlformats.org/drawingml/2006/main" noGrp="1"/>
          </p:cNvSpPr>
          <p:nvPr/>
        </p:nvSpPr>
        <p:spPr>
          <a:xfrm xmlns:a="http://schemas.openxmlformats.org/drawingml/2006/main">
            <a:off x="10639425" y="2914650"/>
            <a:ext cx="704850" cy="981075"/>
          </a:xfrm>
          <a:prstGeom xmlns:a="http://schemas.openxmlformats.org/drawingml/2006/main" prst="rect">
            <a:avLst/>
          </a:prstGeom>
          <a:solidFill xmlns:a="http://schemas.openxmlformats.org/drawingml/2006/main">
            <a:srgbClr val="E9ECEA"/>
          </a:solidFill>
          <a:ln xmlns:a="http://schemas.openxmlformats.org/drawingml/2006/main" w="9525">
            <a:solidFill>
              <a:srgbClr val="8B9791"/>
            </a:solid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Book cover</a:t>
            </a:r>
          </a:p>
        </p:txBody>
      </p:sp>
      <p:sp>
        <p:nvSpPr>
          <p:cNvPr id="34" name="">
            <a:extLst xmlns:a="http://schemas.openxmlformats.org/drawingml/2006/main">
              <a:ext uri="{FF2B5EF4-FFF2-40B4-BE49-F238E27FC236}">
                <a16:creationId xmlns:a16="http://schemas.microsoft.com/office/drawing/2014/main" id="{3B57FC4F-623D-45B4-9E2B-4F627513F330}"/>
              </a:ext>
            </a:extLst>
          </p:cNvPr>
          <p:cNvSpPr>
            <a:spLocks xmlns:a="http://schemas.openxmlformats.org/drawingml/2006/main" noGrp="1"/>
          </p:cNvSpPr>
          <p:nvPr/>
        </p:nvSpPr>
        <p:spPr>
          <a:xfrm xmlns:a="http://schemas.openxmlformats.org/drawingml/2006/main">
            <a:off x="11477625" y="2943225"/>
            <a:ext cx="198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Book title</a:t>
            </a:r>
          </a:p>
        </p:txBody>
      </p:sp>
      <p:sp>
        <p:nvSpPr>
          <p:cNvPr id="35" name="">
            <a:extLst xmlns:a="http://schemas.openxmlformats.org/drawingml/2006/main">
              <a:ext uri="{FF2B5EF4-FFF2-40B4-BE49-F238E27FC236}">
                <a16:creationId xmlns:a16="http://schemas.microsoft.com/office/drawing/2014/main" id="{6D0E1784-8343-4A9F-9531-9AE96442B14B}"/>
              </a:ext>
            </a:extLst>
          </p:cNvPr>
          <p:cNvSpPr>
            <a:spLocks xmlns:a="http://schemas.openxmlformats.org/drawingml/2006/main" noGrp="1"/>
          </p:cNvSpPr>
          <p:nvPr/>
        </p:nvSpPr>
        <p:spPr>
          <a:xfrm xmlns:a="http://schemas.openxmlformats.org/drawingml/2006/main">
            <a:off x="11477625" y="336232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199 SEK each</a:t>
            </a:r>
          </a:p>
        </p:txBody>
      </p:sp>
      <p:sp>
        <p:nvSpPr>
          <p:cNvPr id="36" name="">
            <a:extLst xmlns:a="http://schemas.openxmlformats.org/drawingml/2006/main">
              <a:ext uri="{FF2B5EF4-FFF2-40B4-BE49-F238E27FC236}">
                <a16:creationId xmlns:a16="http://schemas.microsoft.com/office/drawing/2014/main" id="{BD2A681A-A4DB-4890-ABBB-9510A2ED12A5}"/>
              </a:ext>
            </a:extLst>
          </p:cNvPr>
          <p:cNvSpPr>
            <a:spLocks xmlns:a="http://schemas.openxmlformats.org/drawingml/2006/main" noGrp="1"/>
          </p:cNvSpPr>
          <p:nvPr/>
        </p:nvSpPr>
        <p:spPr>
          <a:xfrm xmlns:a="http://schemas.openxmlformats.org/drawingml/2006/main">
            <a:off x="10639425" y="4105275"/>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     2     +</a:t>
            </a:r>
          </a:p>
        </p:txBody>
      </p:sp>
      <p:sp>
        <p:nvSpPr>
          <p:cNvPr id="37" name="">
            <a:extLst xmlns:a="http://schemas.openxmlformats.org/drawingml/2006/main">
              <a:ext uri="{FF2B5EF4-FFF2-40B4-BE49-F238E27FC236}">
                <a16:creationId xmlns:a16="http://schemas.microsoft.com/office/drawing/2014/main" id="{F461C156-6182-45F1-81F0-91F6BCF9FF68}"/>
              </a:ext>
            </a:extLst>
          </p:cNvPr>
          <p:cNvSpPr>
            <a:spLocks xmlns:a="http://schemas.openxmlformats.org/drawingml/2006/main" noGrp="1"/>
          </p:cNvSpPr>
          <p:nvPr/>
        </p:nvSpPr>
        <p:spPr>
          <a:xfrm xmlns:a="http://schemas.openxmlformats.org/drawingml/2006/main">
            <a:off x="12382500" y="41433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63A32"/>
                </a:solidFill>
                <a:latin typeface="Arial"/>
                <a:ea typeface="Arial"/>
                <a:cs typeface="Arial"/>
              </a:defRPr>
            </a:defPPr>
          </a:lstStyle>
          <a:p xmlns:a="http://schemas.openxmlformats.org/drawingml/2006/main">
            <a:pPr>
              <a:defRPr sz="1350" b="0">
                <a:solidFill>
                  <a:srgbClr val="263A32"/>
                </a:solidFill>
                <a:latin typeface="Arial"/>
                <a:ea typeface="Arial"/>
                <a:cs typeface="Arial"/>
              </a:defRPr>
            </a:pPr>
            <a:r>
              <a:rPr sz="1350" b="0">
                <a:solidFill>
                  <a:srgbClr val="263A32"/>
                </a:solidFill>
                <a:latin typeface="Arial"/>
                <a:ea typeface="Arial"/>
                <a:cs typeface="Arial"/>
              </a:rPr>
              <a:t>Remove</a:t>
            </a:r>
          </a:p>
        </p:txBody>
      </p:sp>
      <p:sp>
        <p:nvSpPr>
          <p:cNvPr id="38" name="">
            <a:extLst xmlns:a="http://schemas.openxmlformats.org/drawingml/2006/main">
              <a:ext uri="{FF2B5EF4-FFF2-40B4-BE49-F238E27FC236}">
                <a16:creationId xmlns:a16="http://schemas.microsoft.com/office/drawing/2014/main" id="{05F61443-F5D2-4AD7-B453-4EA6CBAC636E}"/>
              </a:ext>
            </a:extLst>
          </p:cNvPr>
          <p:cNvSpPr>
            <a:spLocks xmlns:a="http://schemas.openxmlformats.org/drawingml/2006/main" noGrp="1"/>
          </p:cNvSpPr>
          <p:nvPr/>
        </p:nvSpPr>
        <p:spPr>
          <a:xfrm xmlns:a="http://schemas.openxmlformats.org/drawingml/2006/main">
            <a:off x="10639425" y="467677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Subtotal: 398 SEK</a:t>
            </a:r>
          </a:p>
        </p:txBody>
      </p:sp>
      <p:sp>
        <p:nvSpPr>
          <p:cNvPr id="39" name="">
            <a:extLst xmlns:a="http://schemas.openxmlformats.org/drawingml/2006/main">
              <a:ext uri="{FF2B5EF4-FFF2-40B4-BE49-F238E27FC236}">
                <a16:creationId xmlns:a16="http://schemas.microsoft.com/office/drawing/2014/main" id="{83F08CFB-C282-4CF3-A2E3-8E1F1A7751FD}"/>
              </a:ext>
            </a:extLst>
          </p:cNvPr>
          <p:cNvSpPr>
            <a:spLocks xmlns:a="http://schemas.openxmlformats.org/drawingml/2006/main" noGrp="1"/>
          </p:cNvSpPr>
          <p:nvPr/>
        </p:nvSpPr>
        <p:spPr>
          <a:xfrm xmlns:a="http://schemas.openxmlformats.org/drawingml/2006/main">
            <a:off x="10639425" y="5448300"/>
            <a:ext cx="2809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63A32"/>
                </a:solidFill>
                <a:latin typeface="Arial"/>
                <a:ea typeface="Arial"/>
                <a:cs typeface="Arial"/>
              </a:defRPr>
            </a:defPPr>
          </a:lstStyle>
          <a:p xmlns:a="http://schemas.openxmlformats.org/drawingml/2006/main">
            <a:pPr>
              <a:defRPr sz="2025" b="1">
                <a:solidFill>
                  <a:srgbClr val="263A32"/>
                </a:solidFill>
                <a:latin typeface="Arial"/>
                <a:ea typeface="Arial"/>
                <a:cs typeface="Arial"/>
              </a:defRPr>
            </a:pPr>
            <a:r>
              <a:rPr sz="2025" b="1">
                <a:solidFill>
                  <a:srgbClr val="263A32"/>
                </a:solidFill>
                <a:latin typeface="Arial"/>
                <a:ea typeface="Arial"/>
                <a:cs typeface="Arial"/>
              </a:rPr>
              <a:t>Total: 398 SEK</a:t>
            </a:r>
          </a:p>
        </p:txBody>
      </p:sp>
      <p:sp>
        <p:nvSpPr>
          <p:cNvPr id="40" name="">
            <a:extLst xmlns:a="http://schemas.openxmlformats.org/drawingml/2006/main">
              <a:ext uri="{FF2B5EF4-FFF2-40B4-BE49-F238E27FC236}">
                <a16:creationId xmlns:a16="http://schemas.microsoft.com/office/drawing/2014/main" id="{9AA4E422-0ED6-43F2-998A-C9F04FC5D076}"/>
              </a:ext>
            </a:extLst>
          </p:cNvPr>
          <p:cNvSpPr>
            <a:spLocks xmlns:a="http://schemas.openxmlformats.org/drawingml/2006/main" noGrp="1"/>
          </p:cNvSpPr>
          <p:nvPr/>
        </p:nvSpPr>
        <p:spPr>
          <a:xfrm xmlns:a="http://schemas.openxmlformats.org/drawingml/2006/main">
            <a:off x="10639425" y="6067425"/>
            <a:ext cx="2809875" cy="42862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Checkout</a:t>
            </a:r>
          </a:p>
        </p:txBody>
      </p:sp>
      <p:sp>
        <p:nvSpPr>
          <p:cNvPr id="41" name="">
            <a:extLst xmlns:a="http://schemas.openxmlformats.org/drawingml/2006/main">
              <a:ext uri="{FF2B5EF4-FFF2-40B4-BE49-F238E27FC236}">
                <a16:creationId xmlns:a16="http://schemas.microsoft.com/office/drawing/2014/main" id="{17BCE57F-00EB-4CE1-9F3D-65962F063174}"/>
              </a:ext>
            </a:extLst>
          </p:cNvPr>
          <p:cNvSpPr>
            <a:spLocks xmlns:a="http://schemas.openxmlformats.org/drawingml/2006/main" noGrp="1"/>
          </p:cNvSpPr>
          <p:nvPr/>
        </p:nvSpPr>
        <p:spPr>
          <a:xfrm xmlns:a="http://schemas.openxmlformats.org/drawingml/2006/main">
            <a:off x="10639425" y="6638925"/>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Continue shopping</a:t>
            </a:r>
          </a:p>
        </p:txBody>
      </p:sp>
    </p:spTree>
    <p:extLst>
      <p:ext uri="{BB962C8B-B14F-4D97-AF65-F5344CB8AC3E}">
        <p14:creationId xmlns:p14="http://schemas.microsoft.com/office/powerpoint/2010/main" val="525347321"/>
      </p:ext>
    </p:extLst>
  </p:cSld>
</p:sld>
</file>

<file path=ppt/slides/slide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4420EAF-5CC5-4397-BA8E-197151757A70}"/>
              </a:ext>
            </a:extLst>
          </p:cNvPr>
          <p:cNvSpPr>
            <a:spLocks xmlns:a="http://schemas.openxmlformats.org/drawingml/2006/main" noGrp="1"/>
          </p:cNvSpPr>
          <p:nvPr/>
        </p:nvSpPr>
        <p:spPr>
          <a:xfrm xmlns:a="http://schemas.openxmlformats.org/drawingml/2006/main">
            <a:off x="571500" y="333375"/>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63A32"/>
                </a:solidFill>
                <a:latin typeface="Arial"/>
                <a:ea typeface="Arial"/>
                <a:cs typeface="Arial"/>
              </a:defRPr>
            </a:defPPr>
          </a:lstStyle>
          <a:p xmlns:a="http://schemas.openxmlformats.org/drawingml/2006/main">
            <a:pPr>
              <a:defRPr sz="3225" b="1">
                <a:solidFill>
                  <a:srgbClr val="263A32"/>
                </a:solidFill>
                <a:latin typeface="Arial"/>
                <a:ea typeface="Arial"/>
                <a:cs typeface="Arial"/>
              </a:defRPr>
            </a:pPr>
            <a:r>
              <a:rPr sz="3225" b="1">
                <a:solidFill>
                  <a:srgbClr val="263A32"/>
                </a:solidFill>
                <a:latin typeface="Arial"/>
                <a:ea typeface="Arial"/>
                <a:cs typeface="Arial"/>
              </a:rPr>
              <a:t>Sjöbo Books / Checkout</a:t>
            </a:r>
          </a:p>
        </p:txBody>
      </p:sp>
      <p:sp>
        <p:nvSpPr>
          <p:cNvPr id="2" name="">
            <a:extLst xmlns:a="http://schemas.openxmlformats.org/drawingml/2006/main">
              <a:ext uri="{FF2B5EF4-FFF2-40B4-BE49-F238E27FC236}">
                <a16:creationId xmlns:a16="http://schemas.microsoft.com/office/drawing/2014/main" id="{3CBD5A09-CE25-4046-91E9-3AA60FEA9B11}"/>
              </a:ext>
            </a:extLst>
          </p:cNvPr>
          <p:cNvSpPr>
            <a:spLocks xmlns:a="http://schemas.openxmlformats.org/drawingml/2006/main" noGrp="1"/>
          </p:cNvSpPr>
          <p:nvPr/>
        </p:nvSpPr>
        <p:spPr>
          <a:xfrm xmlns:a="http://schemas.openxmlformats.org/drawingml/2006/main">
            <a:off x="571500" y="10763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D2C16EEC-5C45-4587-BB46-B0FF107BE91D}"/>
              </a:ext>
            </a:extLst>
          </p:cNvPr>
          <p:cNvSpPr>
            <a:spLocks xmlns:a="http://schemas.openxmlformats.org/drawingml/2006/main" noGrp="1"/>
          </p:cNvSpPr>
          <p:nvPr/>
        </p:nvSpPr>
        <p:spPr>
          <a:xfrm xmlns:a="http://schemas.openxmlformats.org/drawingml/2006/main">
            <a:off x="10477500" y="10763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Mobile · vertical scroll</a:t>
            </a:r>
          </a:p>
        </p:txBody>
      </p:sp>
      <p:sp>
        <p:nvSpPr>
          <p:cNvPr id="4" name="">
            <a:extLst xmlns:a="http://schemas.openxmlformats.org/drawingml/2006/main">
              <a:ext uri="{FF2B5EF4-FFF2-40B4-BE49-F238E27FC236}">
                <a16:creationId xmlns:a16="http://schemas.microsoft.com/office/drawing/2014/main" id="{563D9E8A-6B98-404D-88B6-55852B0BE1A4}"/>
              </a:ext>
            </a:extLst>
          </p:cNvPr>
          <p:cNvSpPr>
            <a:spLocks xmlns:a="http://schemas.openxmlformats.org/drawingml/2006/main" noGrp="1"/>
          </p:cNvSpPr>
          <p:nvPr/>
        </p:nvSpPr>
        <p:spPr>
          <a:xfrm xmlns:a="http://schemas.openxmlformats.org/drawingml/2006/main">
            <a:off x="571500" y="7858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Tablet</a:t>
            </a:r>
          </a:p>
        </p:txBody>
      </p:sp>
      <p:sp>
        <p:nvSpPr>
          <p:cNvPr id="5" name="">
            <a:extLst xmlns:a="http://schemas.openxmlformats.org/drawingml/2006/main">
              <a:ext uri="{FF2B5EF4-FFF2-40B4-BE49-F238E27FC236}">
                <a16:creationId xmlns:a16="http://schemas.microsoft.com/office/drawing/2014/main" id="{E3323DE5-4CEA-4871-89A4-8F13F1D1A4B9}"/>
              </a:ext>
            </a:extLst>
          </p:cNvPr>
          <p:cNvSpPr>
            <a:spLocks xmlns:a="http://schemas.openxmlformats.org/drawingml/2006/main" noGrp="1"/>
          </p:cNvSpPr>
          <p:nvPr/>
        </p:nvSpPr>
        <p:spPr>
          <a:xfrm xmlns:a="http://schemas.openxmlformats.org/drawingml/2006/main">
            <a:off x="2190750" y="7858125"/>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A32"/>
                </a:solidFill>
                <a:latin typeface="Arial"/>
                <a:ea typeface="Arial"/>
                <a:cs typeface="Arial"/>
              </a:defRPr>
            </a:defPPr>
          </a:lstStyle>
          <a:p xmlns:a="http://schemas.openxmlformats.org/drawingml/2006/main">
            <a:pPr>
              <a:defRPr sz="1725" b="0">
                <a:solidFill>
                  <a:srgbClr val="263A32"/>
                </a:solidFill>
                <a:latin typeface="Arial"/>
                <a:ea typeface="Arial"/>
                <a:cs typeface="Arial"/>
              </a:defRPr>
            </a:pPr>
            <a:r>
              <a:rPr sz="1725" b="0">
                <a:solidFill>
                  <a:srgbClr val="263A32"/>
                </a:solidFill>
                <a:latin typeface="Arial"/>
                <a:ea typeface="Arial"/>
                <a:cs typeface="Arial"/>
              </a:rPr>
              <a:t>Show the form and order summary in two columns when they fit, otherwise stack them.</a:t>
            </a:r>
          </a:p>
        </p:txBody>
      </p:sp>
      <p:sp>
        <p:nvSpPr>
          <p:cNvPr id="6" name="">
            <a:extLst xmlns:a="http://schemas.openxmlformats.org/drawingml/2006/main">
              <a:ext uri="{FF2B5EF4-FFF2-40B4-BE49-F238E27FC236}">
                <a16:creationId xmlns:a16="http://schemas.microsoft.com/office/drawing/2014/main" id="{3BA13CBD-CB63-4D85-A92E-207E956DB532}"/>
              </a:ext>
            </a:extLst>
          </p:cNvPr>
          <p:cNvSpPr>
            <a:spLocks xmlns:a="http://schemas.openxmlformats.org/drawingml/2006/main" noGrp="1"/>
          </p:cNvSpPr>
          <p:nvPr/>
        </p:nvSpPr>
        <p:spPr>
          <a:xfrm xmlns:a="http://schemas.openxmlformats.org/drawingml/2006/main">
            <a:off x="571500" y="862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Behaviour</a:t>
            </a:r>
          </a:p>
        </p:txBody>
      </p:sp>
      <p:sp>
        <p:nvSpPr>
          <p:cNvPr id="7" name="">
            <a:extLst xmlns:a="http://schemas.openxmlformats.org/drawingml/2006/main">
              <a:ext uri="{FF2B5EF4-FFF2-40B4-BE49-F238E27FC236}">
                <a16:creationId xmlns:a16="http://schemas.microsoft.com/office/drawing/2014/main" id="{A47F1CC4-59AE-4C06-9F45-BAD32FA8271C}"/>
              </a:ext>
            </a:extLst>
          </p:cNvPr>
          <p:cNvSpPr>
            <a:spLocks xmlns:a="http://schemas.openxmlformats.org/drawingml/2006/main" noGrp="1"/>
          </p:cNvSpPr>
          <p:nvPr/>
        </p:nvSpPr>
        <p:spPr>
          <a:xfrm xmlns:a="http://schemas.openxmlformats.org/drawingml/2006/main">
            <a:off x="2190750" y="8620125"/>
            <a:ext cx="1238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Validate inputs before confirming. Confirmation replaces the form, shows the order, and clears the cart.</a:t>
            </a:r>
          </a:p>
        </p:txBody>
      </p:sp>
      <p:sp>
        <p:nvSpPr>
          <p:cNvPr id="8" name="">
            <a:extLst xmlns:a="http://schemas.openxmlformats.org/drawingml/2006/main">
              <a:ext uri="{FF2B5EF4-FFF2-40B4-BE49-F238E27FC236}">
                <a16:creationId xmlns:a16="http://schemas.microsoft.com/office/drawing/2014/main" id="{BDCF5F1F-87C3-472A-A6CC-588FE1BDF5C4}"/>
              </a:ext>
            </a:extLst>
          </p:cNvPr>
          <p:cNvSpPr>
            <a:spLocks xmlns:a="http://schemas.openxmlformats.org/drawingml/2006/main" noGrp="1"/>
          </p:cNvSpPr>
          <p:nvPr/>
        </p:nvSpPr>
        <p:spPr>
          <a:xfrm xmlns:a="http://schemas.openxmlformats.org/drawingml/2006/main">
            <a:off x="571500" y="1524000"/>
            <a:ext cx="90487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C5405250-1E62-4EC1-9466-AB870A081210}"/>
              </a:ext>
            </a:extLst>
          </p:cNvPr>
          <p:cNvSpPr>
            <a:spLocks xmlns:a="http://schemas.openxmlformats.org/drawingml/2006/main" noGrp="1"/>
          </p:cNvSpPr>
          <p:nvPr/>
        </p:nvSpPr>
        <p:spPr>
          <a:xfrm xmlns:a="http://schemas.openxmlformats.org/drawingml/2006/main">
            <a:off x="571500" y="1524000"/>
            <a:ext cx="90487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6A809F53-DF8F-4372-81B4-64A36A5E4E8F}"/>
              </a:ext>
            </a:extLst>
          </p:cNvPr>
          <p:cNvSpPr>
            <a:spLocks xmlns:a="http://schemas.openxmlformats.org/drawingml/2006/main" noGrp="1"/>
          </p:cNvSpPr>
          <p:nvPr/>
        </p:nvSpPr>
        <p:spPr>
          <a:xfrm xmlns:a="http://schemas.openxmlformats.org/drawingml/2006/main">
            <a:off x="714375" y="16478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Sjöbo Books</a:t>
            </a:r>
          </a:p>
        </p:txBody>
      </p:sp>
      <p:sp>
        <p:nvSpPr>
          <p:cNvPr id="11" name="">
            <a:extLst xmlns:a="http://schemas.openxmlformats.org/drawingml/2006/main">
              <a:ext uri="{FF2B5EF4-FFF2-40B4-BE49-F238E27FC236}">
                <a16:creationId xmlns:a16="http://schemas.microsoft.com/office/drawing/2014/main" id="{18786AE6-A052-4B19-95E2-E5BC5901E09F}"/>
              </a:ext>
            </a:extLst>
          </p:cNvPr>
          <p:cNvSpPr>
            <a:spLocks xmlns:a="http://schemas.openxmlformats.org/drawingml/2006/main" noGrp="1"/>
          </p:cNvSpPr>
          <p:nvPr/>
        </p:nvSpPr>
        <p:spPr>
          <a:xfrm xmlns:a="http://schemas.openxmlformats.org/drawingml/2006/main">
            <a:off x="6334125" y="1695450"/>
            <a:ext cx="309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pPr>
              <a:defRPr sz="1575" b="0">
                <a:solidFill>
                  <a:srgbClr val="263A32"/>
                </a:solidFill>
                <a:latin typeface="Arial"/>
                <a:ea typeface="Arial"/>
                <a:cs typeface="Arial"/>
              </a:defRPr>
            </a:pPr>
            <a:r>
              <a:rPr sz="1575" b="0">
                <a:solidFill>
                  <a:srgbClr val="263A32"/>
                </a:solidFill>
                <a:latin typeface="Arial"/>
                <a:ea typeface="Arial"/>
                <a:cs typeface="Arial"/>
              </a:rPr>
              <a:t>Home       Shop       Cart (2)</a:t>
            </a:r>
          </a:p>
        </p:txBody>
      </p:sp>
      <p:sp>
        <p:nvSpPr>
          <p:cNvPr id="12" name="">
            <a:extLst xmlns:a="http://schemas.openxmlformats.org/drawingml/2006/main">
              <a:ext uri="{FF2B5EF4-FFF2-40B4-BE49-F238E27FC236}">
                <a16:creationId xmlns:a16="http://schemas.microsoft.com/office/drawing/2014/main" id="{AA0B80B3-C958-4CEE-8B7E-77F8354EAB9D}"/>
              </a:ext>
            </a:extLst>
          </p:cNvPr>
          <p:cNvSpPr>
            <a:spLocks xmlns:a="http://schemas.openxmlformats.org/drawingml/2006/main" noGrp="1"/>
          </p:cNvSpPr>
          <p:nvPr/>
        </p:nvSpPr>
        <p:spPr>
          <a:xfrm xmlns:a="http://schemas.openxmlformats.org/drawingml/2006/main">
            <a:off x="571500" y="7143750"/>
            <a:ext cx="90487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3" name="">
            <a:extLst xmlns:a="http://schemas.openxmlformats.org/drawingml/2006/main">
              <a:ext uri="{FF2B5EF4-FFF2-40B4-BE49-F238E27FC236}">
                <a16:creationId xmlns:a16="http://schemas.microsoft.com/office/drawing/2014/main" id="{042F4769-E2B0-498B-ADF1-E31843098D62}"/>
              </a:ext>
            </a:extLst>
          </p:cNvPr>
          <p:cNvSpPr>
            <a:spLocks xmlns:a="http://schemas.openxmlformats.org/drawingml/2006/main" noGrp="1"/>
          </p:cNvSpPr>
          <p:nvPr/>
        </p:nvSpPr>
        <p:spPr>
          <a:xfrm xmlns:a="http://schemas.openxmlformats.org/drawingml/2006/main">
            <a:off x="10477500" y="1524000"/>
            <a:ext cx="3143250" cy="6000750"/>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9F6A76A5-3892-424B-9EEF-F4478D4AE418}"/>
              </a:ext>
            </a:extLst>
          </p:cNvPr>
          <p:cNvSpPr>
            <a:spLocks xmlns:a="http://schemas.openxmlformats.org/drawingml/2006/main" noGrp="1"/>
          </p:cNvSpPr>
          <p:nvPr/>
        </p:nvSpPr>
        <p:spPr>
          <a:xfrm xmlns:a="http://schemas.openxmlformats.org/drawingml/2006/main">
            <a:off x="10477500" y="1524000"/>
            <a:ext cx="3143250" cy="59055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1BBC6AEA-7509-4D40-A11A-0BFBE8685CC0}"/>
              </a:ext>
            </a:extLst>
          </p:cNvPr>
          <p:cNvSpPr>
            <a:spLocks xmlns:a="http://schemas.openxmlformats.org/drawingml/2006/main" noGrp="1"/>
          </p:cNvSpPr>
          <p:nvPr/>
        </p:nvSpPr>
        <p:spPr>
          <a:xfrm xmlns:a="http://schemas.openxmlformats.org/drawingml/2006/main">
            <a:off x="10620375" y="1647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63A32"/>
                </a:solidFill>
                <a:latin typeface="Arial"/>
                <a:ea typeface="Arial"/>
                <a:cs typeface="Arial"/>
              </a:defRPr>
            </a:defPPr>
          </a:lstStyle>
          <a:p xmlns:a="http://schemas.openxmlformats.org/drawingml/2006/main">
            <a:pPr>
              <a:defRPr sz="1725" b="1">
                <a:solidFill>
                  <a:srgbClr val="263A32"/>
                </a:solidFill>
                <a:latin typeface="Arial"/>
                <a:ea typeface="Arial"/>
                <a:cs typeface="Arial"/>
              </a:defRPr>
            </a:pPr>
            <a:r>
              <a:rPr sz="1725" b="1">
                <a:solidFill>
                  <a:srgbClr val="263A32"/>
                </a:solidFill>
                <a:latin typeface="Arial"/>
                <a:ea typeface="Arial"/>
                <a:cs typeface="Arial"/>
              </a:rPr>
              <a:t>Sjöbo Books</a:t>
            </a:r>
          </a:p>
        </p:txBody>
      </p:sp>
      <p:sp>
        <p:nvSpPr>
          <p:cNvPr id="16" name="">
            <a:extLst xmlns:a="http://schemas.openxmlformats.org/drawingml/2006/main">
              <a:ext uri="{FF2B5EF4-FFF2-40B4-BE49-F238E27FC236}">
                <a16:creationId xmlns:a16="http://schemas.microsoft.com/office/drawing/2014/main" id="{9002CE31-0DDD-4FCF-A231-3DABD61996C5}"/>
              </a:ext>
            </a:extLst>
          </p:cNvPr>
          <p:cNvSpPr>
            <a:spLocks xmlns:a="http://schemas.openxmlformats.org/drawingml/2006/main" noGrp="1"/>
          </p:cNvSpPr>
          <p:nvPr/>
        </p:nvSpPr>
        <p:spPr>
          <a:xfrm xmlns:a="http://schemas.openxmlformats.org/drawingml/2006/main">
            <a:off x="12192000" y="169545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263A32"/>
                </a:solidFill>
                <a:latin typeface="Arial"/>
                <a:ea typeface="Arial"/>
                <a:cs typeface="Arial"/>
              </a:defRPr>
            </a:defPPr>
          </a:lstStyle>
          <a:p xmlns:a="http://schemas.openxmlformats.org/drawingml/2006/main">
            <a:pPr>
              <a:defRPr sz="1125" b="0">
                <a:solidFill>
                  <a:srgbClr val="263A32"/>
                </a:solidFill>
                <a:latin typeface="Arial"/>
                <a:ea typeface="Arial"/>
                <a:cs typeface="Arial"/>
              </a:defRPr>
            </a:pPr>
            <a:r>
              <a:rPr sz="1125" b="0">
                <a:solidFill>
                  <a:srgbClr val="263A32"/>
                </a:solidFill>
                <a:latin typeface="Arial"/>
                <a:ea typeface="Arial"/>
                <a:cs typeface="Arial"/>
              </a:rPr>
              <a:t>Menu   Cart (2)</a:t>
            </a:r>
          </a:p>
        </p:txBody>
      </p:sp>
      <p:sp>
        <p:nvSpPr>
          <p:cNvPr id="17" name="">
            <a:extLst xmlns:a="http://schemas.openxmlformats.org/drawingml/2006/main">
              <a:ext uri="{FF2B5EF4-FFF2-40B4-BE49-F238E27FC236}">
                <a16:creationId xmlns:a16="http://schemas.microsoft.com/office/drawing/2014/main" id="{DBA55D87-62AD-4B67-894F-D87B1314CD63}"/>
              </a:ext>
            </a:extLst>
          </p:cNvPr>
          <p:cNvSpPr>
            <a:spLocks xmlns:a="http://schemas.openxmlformats.org/drawingml/2006/main" noGrp="1"/>
          </p:cNvSpPr>
          <p:nvPr/>
        </p:nvSpPr>
        <p:spPr>
          <a:xfrm xmlns:a="http://schemas.openxmlformats.org/drawingml/2006/main">
            <a:off x="10477500" y="7143750"/>
            <a:ext cx="3143250" cy="381000"/>
          </a:xfrm>
          <a:prstGeom xmlns:a="http://schemas.openxmlformats.org/drawingml/2006/main" prst="rect">
            <a:avLst/>
          </a:prstGeom>
          <a:solidFill xmlns:a="http://schemas.openxmlformats.org/drawingml/2006/main">
            <a:srgbClr val="EDF1EE"/>
          </a:solidFill>
          <a:ln xmlns:a="http://schemas.openxmlformats.org/drawingml/2006/main" w="9525">
            <a:solidFill>
              <a:srgbClr val="8B9791"/>
            </a:solid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Sjöbo Books   /   Footer</a:t>
            </a:r>
          </a:p>
        </p:txBody>
      </p:sp>
      <p:sp>
        <p:nvSpPr>
          <p:cNvPr id="18" name="">
            <a:extLst xmlns:a="http://schemas.openxmlformats.org/drawingml/2006/main">
              <a:ext uri="{FF2B5EF4-FFF2-40B4-BE49-F238E27FC236}">
                <a16:creationId xmlns:a16="http://schemas.microsoft.com/office/drawing/2014/main" id="{612656D1-65BC-4110-8ECA-BE1DB2898C0E}"/>
              </a:ext>
            </a:extLst>
          </p:cNvPr>
          <p:cNvSpPr>
            <a:spLocks xmlns:a="http://schemas.openxmlformats.org/drawingml/2006/main" noGrp="1"/>
          </p:cNvSpPr>
          <p:nvPr/>
        </p:nvSpPr>
        <p:spPr>
          <a:xfrm xmlns:a="http://schemas.openxmlformats.org/drawingml/2006/main">
            <a:off x="809625" y="226695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63A32"/>
                </a:solidFill>
                <a:latin typeface="Arial"/>
                <a:ea typeface="Arial"/>
                <a:cs typeface="Arial"/>
              </a:defRPr>
            </a:defPPr>
          </a:lstStyle>
          <a:p xmlns:a="http://schemas.openxmlformats.org/drawingml/2006/main">
            <a:pPr>
              <a:defRPr sz="2400" b="1">
                <a:solidFill>
                  <a:srgbClr val="263A32"/>
                </a:solidFill>
                <a:latin typeface="Arial"/>
                <a:ea typeface="Arial"/>
                <a:cs typeface="Arial"/>
              </a:defRPr>
            </a:pPr>
            <a:r>
              <a:rPr sz="2400" b="1">
                <a:solidFill>
                  <a:srgbClr val="263A32"/>
                </a:solidFill>
                <a:latin typeface="Arial"/>
                <a:ea typeface="Arial"/>
                <a:cs typeface="Arial"/>
              </a:rPr>
              <a:t>Checkout</a:t>
            </a:r>
          </a:p>
        </p:txBody>
      </p:sp>
      <p:sp>
        <p:nvSpPr>
          <p:cNvPr id="19" name="">
            <a:extLst xmlns:a="http://schemas.openxmlformats.org/drawingml/2006/main">
              <a:ext uri="{FF2B5EF4-FFF2-40B4-BE49-F238E27FC236}">
                <a16:creationId xmlns:a16="http://schemas.microsoft.com/office/drawing/2014/main" id="{61692D34-0F93-4881-A824-069B3393F85D}"/>
              </a:ext>
            </a:extLst>
          </p:cNvPr>
          <p:cNvSpPr>
            <a:spLocks xmlns:a="http://schemas.openxmlformats.org/drawingml/2006/main" noGrp="1"/>
          </p:cNvSpPr>
          <p:nvPr/>
        </p:nvSpPr>
        <p:spPr>
          <a:xfrm xmlns:a="http://schemas.openxmlformats.org/drawingml/2006/main">
            <a:off x="809625" y="2724150"/>
            <a:ext cx="857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Demo only: no real payment or order</a:t>
            </a:r>
          </a:p>
        </p:txBody>
      </p:sp>
      <p:sp>
        <p:nvSpPr>
          <p:cNvPr id="20" name="">
            <a:extLst xmlns:a="http://schemas.openxmlformats.org/drawingml/2006/main">
              <a:ext uri="{FF2B5EF4-FFF2-40B4-BE49-F238E27FC236}">
                <a16:creationId xmlns:a16="http://schemas.microsoft.com/office/drawing/2014/main" id="{F8C5D4CF-74E6-4A76-88F6-850A4269D830}"/>
              </a:ext>
            </a:extLst>
          </p:cNvPr>
          <p:cNvSpPr>
            <a:spLocks xmlns:a="http://schemas.openxmlformats.org/drawingml/2006/main" noGrp="1"/>
          </p:cNvSpPr>
          <p:nvPr/>
        </p:nvSpPr>
        <p:spPr>
          <a:xfrm xmlns:a="http://schemas.openxmlformats.org/drawingml/2006/main">
            <a:off x="809625" y="323850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Full name</a:t>
            </a:r>
          </a:p>
        </p:txBody>
      </p:sp>
      <p:sp>
        <p:nvSpPr>
          <p:cNvPr id="21" name="">
            <a:extLst xmlns:a="http://schemas.openxmlformats.org/drawingml/2006/main">
              <a:ext uri="{FF2B5EF4-FFF2-40B4-BE49-F238E27FC236}">
                <a16:creationId xmlns:a16="http://schemas.microsoft.com/office/drawing/2014/main" id="{2D1EEB39-3E9E-462B-A8EE-F62236E6FCCE}"/>
              </a:ext>
            </a:extLst>
          </p:cNvPr>
          <p:cNvSpPr>
            <a:spLocks xmlns:a="http://schemas.openxmlformats.org/drawingml/2006/main" noGrp="1"/>
          </p:cNvSpPr>
          <p:nvPr/>
        </p:nvSpPr>
        <p:spPr>
          <a:xfrm xmlns:a="http://schemas.openxmlformats.org/drawingml/2006/main">
            <a:off x="809625" y="3514725"/>
            <a:ext cx="5095875" cy="3714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7FF0B1EF-16C8-416A-96EF-E3B93FFDC64B}"/>
              </a:ext>
            </a:extLst>
          </p:cNvPr>
          <p:cNvSpPr>
            <a:spLocks xmlns:a="http://schemas.openxmlformats.org/drawingml/2006/main" noGrp="1"/>
          </p:cNvSpPr>
          <p:nvPr/>
        </p:nvSpPr>
        <p:spPr>
          <a:xfrm xmlns:a="http://schemas.openxmlformats.org/drawingml/2006/main">
            <a:off x="809625" y="39719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Email</a:t>
            </a:r>
          </a:p>
        </p:txBody>
      </p:sp>
      <p:sp>
        <p:nvSpPr>
          <p:cNvPr id="23" name="">
            <a:extLst xmlns:a="http://schemas.openxmlformats.org/drawingml/2006/main">
              <a:ext uri="{FF2B5EF4-FFF2-40B4-BE49-F238E27FC236}">
                <a16:creationId xmlns:a16="http://schemas.microsoft.com/office/drawing/2014/main" id="{B1E80B4A-30E8-46B5-A6D5-F901F224619E}"/>
              </a:ext>
            </a:extLst>
          </p:cNvPr>
          <p:cNvSpPr>
            <a:spLocks xmlns:a="http://schemas.openxmlformats.org/drawingml/2006/main" noGrp="1"/>
          </p:cNvSpPr>
          <p:nvPr/>
        </p:nvSpPr>
        <p:spPr>
          <a:xfrm xmlns:a="http://schemas.openxmlformats.org/drawingml/2006/main">
            <a:off x="809625" y="4248150"/>
            <a:ext cx="5095875" cy="3714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4" name="">
            <a:extLst xmlns:a="http://schemas.openxmlformats.org/drawingml/2006/main">
              <a:ext uri="{FF2B5EF4-FFF2-40B4-BE49-F238E27FC236}">
                <a16:creationId xmlns:a16="http://schemas.microsoft.com/office/drawing/2014/main" id="{B39A0BD4-F8CD-4D28-8CDD-E040318C3B1D}"/>
              </a:ext>
            </a:extLst>
          </p:cNvPr>
          <p:cNvSpPr>
            <a:spLocks xmlns:a="http://schemas.openxmlformats.org/drawingml/2006/main" noGrp="1"/>
          </p:cNvSpPr>
          <p:nvPr/>
        </p:nvSpPr>
        <p:spPr>
          <a:xfrm xmlns:a="http://schemas.openxmlformats.org/drawingml/2006/main">
            <a:off x="809625" y="47053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Street address</a:t>
            </a:r>
          </a:p>
        </p:txBody>
      </p:sp>
      <p:sp>
        <p:nvSpPr>
          <p:cNvPr id="25" name="">
            <a:extLst xmlns:a="http://schemas.openxmlformats.org/drawingml/2006/main">
              <a:ext uri="{FF2B5EF4-FFF2-40B4-BE49-F238E27FC236}">
                <a16:creationId xmlns:a16="http://schemas.microsoft.com/office/drawing/2014/main" id="{D03C2371-53FD-43DA-B2AD-C4ACFEABFEC4}"/>
              </a:ext>
            </a:extLst>
          </p:cNvPr>
          <p:cNvSpPr>
            <a:spLocks xmlns:a="http://schemas.openxmlformats.org/drawingml/2006/main" noGrp="1"/>
          </p:cNvSpPr>
          <p:nvPr/>
        </p:nvSpPr>
        <p:spPr>
          <a:xfrm xmlns:a="http://schemas.openxmlformats.org/drawingml/2006/main">
            <a:off x="809625" y="4981575"/>
            <a:ext cx="5095875" cy="3714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F2CA13F7-D73F-4665-AD90-EA9D81CBDAD9}"/>
              </a:ext>
            </a:extLst>
          </p:cNvPr>
          <p:cNvSpPr>
            <a:spLocks xmlns:a="http://schemas.openxmlformats.org/drawingml/2006/main" noGrp="1"/>
          </p:cNvSpPr>
          <p:nvPr/>
        </p:nvSpPr>
        <p:spPr>
          <a:xfrm xmlns:a="http://schemas.openxmlformats.org/drawingml/2006/main">
            <a:off x="809625" y="543877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Postal code and city</a:t>
            </a:r>
          </a:p>
        </p:txBody>
      </p:sp>
      <p:sp>
        <p:nvSpPr>
          <p:cNvPr id="27" name="">
            <a:extLst xmlns:a="http://schemas.openxmlformats.org/drawingml/2006/main">
              <a:ext uri="{FF2B5EF4-FFF2-40B4-BE49-F238E27FC236}">
                <a16:creationId xmlns:a16="http://schemas.microsoft.com/office/drawing/2014/main" id="{5FF14240-1483-4630-B85D-8CBA59D55CED}"/>
              </a:ext>
            </a:extLst>
          </p:cNvPr>
          <p:cNvSpPr>
            <a:spLocks xmlns:a="http://schemas.openxmlformats.org/drawingml/2006/main" noGrp="1"/>
          </p:cNvSpPr>
          <p:nvPr/>
        </p:nvSpPr>
        <p:spPr>
          <a:xfrm xmlns:a="http://schemas.openxmlformats.org/drawingml/2006/main">
            <a:off x="809625" y="5715000"/>
            <a:ext cx="5095875" cy="37147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8" name="">
            <a:extLst xmlns:a="http://schemas.openxmlformats.org/drawingml/2006/main">
              <a:ext uri="{FF2B5EF4-FFF2-40B4-BE49-F238E27FC236}">
                <a16:creationId xmlns:a16="http://schemas.microsoft.com/office/drawing/2014/main" id="{A3D2382B-8C6E-44B1-9DF1-BF2424ECB3FF}"/>
              </a:ext>
            </a:extLst>
          </p:cNvPr>
          <p:cNvSpPr>
            <a:spLocks xmlns:a="http://schemas.openxmlformats.org/drawingml/2006/main" noGrp="1"/>
          </p:cNvSpPr>
          <p:nvPr/>
        </p:nvSpPr>
        <p:spPr>
          <a:xfrm xmlns:a="http://schemas.openxmlformats.org/drawingml/2006/main">
            <a:off x="6429375" y="3238500"/>
            <a:ext cx="2924175" cy="2924175"/>
          </a:xfrm>
          <a:prstGeom xmlns:a="http://schemas.openxmlformats.org/drawingml/2006/main" prst="rect">
            <a:avLst/>
          </a:prstGeom>
          <a:solidFill xmlns:a="http://schemas.openxmlformats.org/drawingml/2006/main">
            <a:srgbClr val="F0F3F1"/>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29" name="">
            <a:extLst xmlns:a="http://schemas.openxmlformats.org/drawingml/2006/main">
              <a:ext uri="{FF2B5EF4-FFF2-40B4-BE49-F238E27FC236}">
                <a16:creationId xmlns:a16="http://schemas.microsoft.com/office/drawing/2014/main" id="{0142CA50-3D80-45B6-A441-C573B066B934}"/>
              </a:ext>
            </a:extLst>
          </p:cNvPr>
          <p:cNvSpPr>
            <a:spLocks xmlns:a="http://schemas.openxmlformats.org/drawingml/2006/main" noGrp="1"/>
          </p:cNvSpPr>
          <p:nvPr/>
        </p:nvSpPr>
        <p:spPr>
          <a:xfrm xmlns:a="http://schemas.openxmlformats.org/drawingml/2006/main">
            <a:off x="6581775" y="3419475"/>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Order summary</a:t>
            </a:r>
          </a:p>
        </p:txBody>
      </p:sp>
      <p:sp>
        <p:nvSpPr>
          <p:cNvPr id="30" name="">
            <a:extLst xmlns:a="http://schemas.openxmlformats.org/drawingml/2006/main">
              <a:ext uri="{FF2B5EF4-FFF2-40B4-BE49-F238E27FC236}">
                <a16:creationId xmlns:a16="http://schemas.microsoft.com/office/drawing/2014/main" id="{F645EB02-363A-4302-B3C9-F47F023CA33F}"/>
              </a:ext>
            </a:extLst>
          </p:cNvPr>
          <p:cNvSpPr>
            <a:spLocks xmlns:a="http://schemas.openxmlformats.org/drawingml/2006/main" noGrp="1"/>
          </p:cNvSpPr>
          <p:nvPr/>
        </p:nvSpPr>
        <p:spPr>
          <a:xfrm xmlns:a="http://schemas.openxmlformats.org/drawingml/2006/main">
            <a:off x="6581775" y="39814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A32"/>
                </a:solidFill>
                <a:latin typeface="Arial"/>
                <a:ea typeface="Arial"/>
                <a:cs typeface="Arial"/>
              </a:defRPr>
            </a:defPPr>
          </a:lstStyle>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Book title × 2</a:t>
            </a:r>
          </a:p>
          <a:p xmlns:a="http://schemas.openxmlformats.org/drawingml/2006/main">
            <a:pPr>
              <a:defRPr sz="1650" b="0">
                <a:solidFill>
                  <a:srgbClr val="263A32"/>
                </a:solidFill>
                <a:latin typeface="Arial"/>
                <a:ea typeface="Arial"/>
                <a:cs typeface="Arial"/>
              </a:defRPr>
            </a:pPr>
            <a:r>
              <a:rPr sz="1650" b="0">
                <a:solidFill>
                  <a:srgbClr val="263A32"/>
                </a:solidFill>
                <a:latin typeface="Arial"/>
                <a:ea typeface="Arial"/>
                <a:cs typeface="Arial"/>
              </a:rPr>
              <a:t>398 SEK</a:t>
            </a:r>
          </a:p>
        </p:txBody>
      </p:sp>
      <p:sp>
        <p:nvSpPr>
          <p:cNvPr id="31" name="">
            <a:extLst xmlns:a="http://schemas.openxmlformats.org/drawingml/2006/main">
              <a:ext uri="{FF2B5EF4-FFF2-40B4-BE49-F238E27FC236}">
                <a16:creationId xmlns:a16="http://schemas.microsoft.com/office/drawing/2014/main" id="{483E6EF7-E5EA-4597-A8AA-142E6F91195D}"/>
              </a:ext>
            </a:extLst>
          </p:cNvPr>
          <p:cNvSpPr>
            <a:spLocks xmlns:a="http://schemas.openxmlformats.org/drawingml/2006/main" noGrp="1"/>
          </p:cNvSpPr>
          <p:nvPr/>
        </p:nvSpPr>
        <p:spPr>
          <a:xfrm xmlns:a="http://schemas.openxmlformats.org/drawingml/2006/main">
            <a:off x="6581775" y="5076825"/>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63A32"/>
                </a:solidFill>
                <a:latin typeface="Arial"/>
                <a:ea typeface="Arial"/>
                <a:cs typeface="Arial"/>
              </a:defRPr>
            </a:defPPr>
          </a:lstStyle>
          <a:p xmlns:a="http://schemas.openxmlformats.org/drawingml/2006/main">
            <a:pPr>
              <a:defRPr sz="1950" b="1">
                <a:solidFill>
                  <a:srgbClr val="263A32"/>
                </a:solidFill>
                <a:latin typeface="Arial"/>
                <a:ea typeface="Arial"/>
                <a:cs typeface="Arial"/>
              </a:defRPr>
            </a:pPr>
            <a:r>
              <a:rPr sz="1950" b="1">
                <a:solidFill>
                  <a:srgbClr val="263A32"/>
                </a:solidFill>
                <a:latin typeface="Arial"/>
                <a:ea typeface="Arial"/>
                <a:cs typeface="Arial"/>
              </a:rPr>
              <a:t>Total: 398 SEK</a:t>
            </a:r>
          </a:p>
        </p:txBody>
      </p:sp>
      <p:sp>
        <p:nvSpPr>
          <p:cNvPr id="32" name="">
            <a:extLst xmlns:a="http://schemas.openxmlformats.org/drawingml/2006/main">
              <a:ext uri="{FF2B5EF4-FFF2-40B4-BE49-F238E27FC236}">
                <a16:creationId xmlns:a16="http://schemas.microsoft.com/office/drawing/2014/main" id="{B54F6FDB-B61F-439A-B922-A8D95199DEFC}"/>
              </a:ext>
            </a:extLst>
          </p:cNvPr>
          <p:cNvSpPr>
            <a:spLocks xmlns:a="http://schemas.openxmlformats.org/drawingml/2006/main" noGrp="1"/>
          </p:cNvSpPr>
          <p:nvPr/>
        </p:nvSpPr>
        <p:spPr>
          <a:xfrm xmlns:a="http://schemas.openxmlformats.org/drawingml/2006/main">
            <a:off x="6581775" y="5610225"/>
            <a:ext cx="2619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No delivery charge</a:t>
            </a:r>
          </a:p>
        </p:txBody>
      </p:sp>
      <p:sp>
        <p:nvSpPr>
          <p:cNvPr id="33" name="">
            <a:extLst xmlns:a="http://schemas.openxmlformats.org/drawingml/2006/main">
              <a:ext uri="{FF2B5EF4-FFF2-40B4-BE49-F238E27FC236}">
                <a16:creationId xmlns:a16="http://schemas.microsoft.com/office/drawing/2014/main" id="{16F8B94D-D25B-44E3-9912-744B41EE7B41}"/>
              </a:ext>
            </a:extLst>
          </p:cNvPr>
          <p:cNvSpPr>
            <a:spLocks xmlns:a="http://schemas.openxmlformats.org/drawingml/2006/main" noGrp="1"/>
          </p:cNvSpPr>
          <p:nvPr/>
        </p:nvSpPr>
        <p:spPr>
          <a:xfrm xmlns:a="http://schemas.openxmlformats.org/drawingml/2006/main">
            <a:off x="809625" y="6467475"/>
            <a:ext cx="5095875" cy="447675"/>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Confirm demo order</a:t>
            </a:r>
          </a:p>
        </p:txBody>
      </p:sp>
      <p:sp>
        <p:nvSpPr>
          <p:cNvPr id="34" name="">
            <a:extLst xmlns:a="http://schemas.openxmlformats.org/drawingml/2006/main">
              <a:ext uri="{FF2B5EF4-FFF2-40B4-BE49-F238E27FC236}">
                <a16:creationId xmlns:a16="http://schemas.microsoft.com/office/drawing/2014/main" id="{1B94AC3D-F511-467A-BEEE-7E0BF0EDF46F}"/>
              </a:ext>
            </a:extLst>
          </p:cNvPr>
          <p:cNvSpPr>
            <a:spLocks xmlns:a="http://schemas.openxmlformats.org/drawingml/2006/main" noGrp="1"/>
          </p:cNvSpPr>
          <p:nvPr/>
        </p:nvSpPr>
        <p:spPr>
          <a:xfrm xmlns:a="http://schemas.openxmlformats.org/drawingml/2006/main">
            <a:off x="10639425" y="2228850"/>
            <a:ext cx="2809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63A32"/>
                </a:solidFill>
                <a:latin typeface="Arial"/>
                <a:ea typeface="Arial"/>
                <a:cs typeface="Arial"/>
              </a:defRPr>
            </a:defPPr>
          </a:lstStyle>
          <a:p xmlns:a="http://schemas.openxmlformats.org/drawingml/2006/main">
            <a:pPr>
              <a:defRPr sz="2025" b="1">
                <a:solidFill>
                  <a:srgbClr val="263A32"/>
                </a:solidFill>
                <a:latin typeface="Arial"/>
                <a:ea typeface="Arial"/>
                <a:cs typeface="Arial"/>
              </a:defRPr>
            </a:pPr>
            <a:r>
              <a:rPr sz="2025" b="1">
                <a:solidFill>
                  <a:srgbClr val="263A32"/>
                </a:solidFill>
                <a:latin typeface="Arial"/>
                <a:ea typeface="Arial"/>
                <a:cs typeface="Arial"/>
              </a:rPr>
              <a:t>Checkout</a:t>
            </a:r>
          </a:p>
        </p:txBody>
      </p:sp>
      <p:sp>
        <p:nvSpPr>
          <p:cNvPr id="35" name="">
            <a:extLst xmlns:a="http://schemas.openxmlformats.org/drawingml/2006/main">
              <a:ext uri="{FF2B5EF4-FFF2-40B4-BE49-F238E27FC236}">
                <a16:creationId xmlns:a16="http://schemas.microsoft.com/office/drawing/2014/main" id="{AC7EAACB-94E1-44A6-B152-05C0DF22C42C}"/>
              </a:ext>
            </a:extLst>
          </p:cNvPr>
          <p:cNvSpPr>
            <a:spLocks xmlns:a="http://schemas.openxmlformats.org/drawingml/2006/main" noGrp="1"/>
          </p:cNvSpPr>
          <p:nvPr/>
        </p:nvSpPr>
        <p:spPr>
          <a:xfrm xmlns:a="http://schemas.openxmlformats.org/drawingml/2006/main">
            <a:off x="10639425" y="266700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Demo only. No real payment.</a:t>
            </a:r>
          </a:p>
        </p:txBody>
      </p:sp>
      <p:sp>
        <p:nvSpPr>
          <p:cNvPr id="36" name="">
            <a:extLst xmlns:a="http://schemas.openxmlformats.org/drawingml/2006/main">
              <a:ext uri="{FF2B5EF4-FFF2-40B4-BE49-F238E27FC236}">
                <a16:creationId xmlns:a16="http://schemas.microsoft.com/office/drawing/2014/main" id="{9285BB61-2042-4B23-A041-2F707D8C4456}"/>
              </a:ext>
            </a:extLst>
          </p:cNvPr>
          <p:cNvSpPr>
            <a:spLocks xmlns:a="http://schemas.openxmlformats.org/drawingml/2006/main" noGrp="1"/>
          </p:cNvSpPr>
          <p:nvPr/>
        </p:nvSpPr>
        <p:spPr>
          <a:xfrm xmlns:a="http://schemas.openxmlformats.org/drawingml/2006/main">
            <a:off x="10639425" y="3105150"/>
            <a:ext cx="280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Full name</a:t>
            </a:r>
          </a:p>
        </p:txBody>
      </p:sp>
      <p:sp>
        <p:nvSpPr>
          <p:cNvPr id="37" name="">
            <a:extLst xmlns:a="http://schemas.openxmlformats.org/drawingml/2006/main">
              <a:ext uri="{FF2B5EF4-FFF2-40B4-BE49-F238E27FC236}">
                <a16:creationId xmlns:a16="http://schemas.microsoft.com/office/drawing/2014/main" id="{CF8C7BE2-987A-4735-9478-BAF8E57B69E0}"/>
              </a:ext>
            </a:extLst>
          </p:cNvPr>
          <p:cNvSpPr>
            <a:spLocks xmlns:a="http://schemas.openxmlformats.org/drawingml/2006/main" noGrp="1"/>
          </p:cNvSpPr>
          <p:nvPr/>
        </p:nvSpPr>
        <p:spPr>
          <a:xfrm xmlns:a="http://schemas.openxmlformats.org/drawingml/2006/main">
            <a:off x="10639425" y="3343275"/>
            <a:ext cx="28098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38" name="">
            <a:extLst xmlns:a="http://schemas.openxmlformats.org/drawingml/2006/main">
              <a:ext uri="{FF2B5EF4-FFF2-40B4-BE49-F238E27FC236}">
                <a16:creationId xmlns:a16="http://schemas.microsoft.com/office/drawing/2014/main" id="{22911C44-3650-4E1F-AE95-5E3D074C9586}"/>
              </a:ext>
            </a:extLst>
          </p:cNvPr>
          <p:cNvSpPr>
            <a:spLocks xmlns:a="http://schemas.openxmlformats.org/drawingml/2006/main" noGrp="1"/>
          </p:cNvSpPr>
          <p:nvPr/>
        </p:nvSpPr>
        <p:spPr>
          <a:xfrm xmlns:a="http://schemas.openxmlformats.org/drawingml/2006/main">
            <a:off x="10639425" y="3695700"/>
            <a:ext cx="280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Email</a:t>
            </a:r>
          </a:p>
        </p:txBody>
      </p:sp>
      <p:sp>
        <p:nvSpPr>
          <p:cNvPr id="39" name="">
            <a:extLst xmlns:a="http://schemas.openxmlformats.org/drawingml/2006/main">
              <a:ext uri="{FF2B5EF4-FFF2-40B4-BE49-F238E27FC236}">
                <a16:creationId xmlns:a16="http://schemas.microsoft.com/office/drawing/2014/main" id="{843E4D77-AD4A-49B2-A85D-DBD467717087}"/>
              </a:ext>
            </a:extLst>
          </p:cNvPr>
          <p:cNvSpPr>
            <a:spLocks xmlns:a="http://schemas.openxmlformats.org/drawingml/2006/main" noGrp="1"/>
          </p:cNvSpPr>
          <p:nvPr/>
        </p:nvSpPr>
        <p:spPr>
          <a:xfrm xmlns:a="http://schemas.openxmlformats.org/drawingml/2006/main">
            <a:off x="10639425" y="3933825"/>
            <a:ext cx="28098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40" name="">
            <a:extLst xmlns:a="http://schemas.openxmlformats.org/drawingml/2006/main">
              <a:ext uri="{FF2B5EF4-FFF2-40B4-BE49-F238E27FC236}">
                <a16:creationId xmlns:a16="http://schemas.microsoft.com/office/drawing/2014/main" id="{5910FFE0-BF9C-49B2-B2DF-B8FD3DCC42BC}"/>
              </a:ext>
            </a:extLst>
          </p:cNvPr>
          <p:cNvSpPr>
            <a:spLocks xmlns:a="http://schemas.openxmlformats.org/drawingml/2006/main" noGrp="1"/>
          </p:cNvSpPr>
          <p:nvPr/>
        </p:nvSpPr>
        <p:spPr>
          <a:xfrm xmlns:a="http://schemas.openxmlformats.org/drawingml/2006/main">
            <a:off x="10639425" y="4286250"/>
            <a:ext cx="280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Street address</a:t>
            </a:r>
          </a:p>
        </p:txBody>
      </p:sp>
      <p:sp>
        <p:nvSpPr>
          <p:cNvPr id="41" name="">
            <a:extLst xmlns:a="http://schemas.openxmlformats.org/drawingml/2006/main">
              <a:ext uri="{FF2B5EF4-FFF2-40B4-BE49-F238E27FC236}">
                <a16:creationId xmlns:a16="http://schemas.microsoft.com/office/drawing/2014/main" id="{03672BC8-60C0-4FF2-BD7A-FA8695678DE5}"/>
              </a:ext>
            </a:extLst>
          </p:cNvPr>
          <p:cNvSpPr>
            <a:spLocks xmlns:a="http://schemas.openxmlformats.org/drawingml/2006/main" noGrp="1"/>
          </p:cNvSpPr>
          <p:nvPr/>
        </p:nvSpPr>
        <p:spPr>
          <a:xfrm xmlns:a="http://schemas.openxmlformats.org/drawingml/2006/main">
            <a:off x="10639425" y="4524375"/>
            <a:ext cx="28098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42" name="">
            <a:extLst xmlns:a="http://schemas.openxmlformats.org/drawingml/2006/main">
              <a:ext uri="{FF2B5EF4-FFF2-40B4-BE49-F238E27FC236}">
                <a16:creationId xmlns:a16="http://schemas.microsoft.com/office/drawing/2014/main" id="{3394EB4E-5A1E-4DED-B824-2A8F3BDCA86F}"/>
              </a:ext>
            </a:extLst>
          </p:cNvPr>
          <p:cNvSpPr>
            <a:spLocks xmlns:a="http://schemas.openxmlformats.org/drawingml/2006/main" noGrp="1"/>
          </p:cNvSpPr>
          <p:nvPr/>
        </p:nvSpPr>
        <p:spPr>
          <a:xfrm xmlns:a="http://schemas.openxmlformats.org/drawingml/2006/main">
            <a:off x="10639425" y="4876800"/>
            <a:ext cx="280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263A32"/>
                </a:solidFill>
                <a:latin typeface="Arial"/>
                <a:ea typeface="Arial"/>
                <a:cs typeface="Arial"/>
              </a:defRPr>
            </a:defPPr>
          </a:lstStyle>
          <a:p xmlns:a="http://schemas.openxmlformats.org/drawingml/2006/main">
            <a:pPr>
              <a:defRPr sz="1275" b="0">
                <a:solidFill>
                  <a:srgbClr val="263A32"/>
                </a:solidFill>
                <a:latin typeface="Arial"/>
                <a:ea typeface="Arial"/>
                <a:cs typeface="Arial"/>
              </a:defRPr>
            </a:pPr>
            <a:r>
              <a:rPr sz="1275" b="0">
                <a:solidFill>
                  <a:srgbClr val="263A32"/>
                </a:solidFill>
                <a:latin typeface="Arial"/>
                <a:ea typeface="Arial"/>
                <a:cs typeface="Arial"/>
              </a:rPr>
              <a:t>Postal code and city</a:t>
            </a:r>
          </a:p>
        </p:txBody>
      </p:sp>
      <p:sp>
        <p:nvSpPr>
          <p:cNvPr id="43" name="">
            <a:extLst xmlns:a="http://schemas.openxmlformats.org/drawingml/2006/main">
              <a:ext uri="{FF2B5EF4-FFF2-40B4-BE49-F238E27FC236}">
                <a16:creationId xmlns:a16="http://schemas.microsoft.com/office/drawing/2014/main" id="{EE035DDC-BA5F-4323-B7D8-C9CE0519F26F}"/>
              </a:ext>
            </a:extLst>
          </p:cNvPr>
          <p:cNvSpPr>
            <a:spLocks xmlns:a="http://schemas.openxmlformats.org/drawingml/2006/main" noGrp="1"/>
          </p:cNvSpPr>
          <p:nvPr/>
        </p:nvSpPr>
        <p:spPr>
          <a:xfrm xmlns:a="http://schemas.openxmlformats.org/drawingml/2006/main">
            <a:off x="10639425" y="5114925"/>
            <a:ext cx="28098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8B9791"/>
            </a:solidFill>
          </a:ln>
        </p:spPr>
        <p:txBody>
          <a:bodyPr xmlns:a="http://schemas.openxmlformats.org/drawingml/2006/main"/>
          <a:lstStyle xmlns:a="http://schemas.openxmlformats.org/drawingml/2006/main">
            <a:defPPr>
              <a:defRPr sz="1575" b="0">
                <a:solidFill>
                  <a:srgbClr val="263A32"/>
                </a:solidFill>
                <a:latin typeface="Arial"/>
                <a:ea typeface="Arial"/>
                <a:cs typeface="Arial"/>
              </a:defRPr>
            </a:defPPr>
          </a:lstStyle>
          <a:p xmlns:a="http://schemas.openxmlformats.org/drawingml/2006/main">
            <a:r>
              <a:t/>
            </a:r>
          </a:p>
        </p:txBody>
      </p:sp>
      <p:sp>
        <p:nvSpPr>
          <p:cNvPr id="44" name="">
            <a:extLst xmlns:a="http://schemas.openxmlformats.org/drawingml/2006/main">
              <a:ext uri="{FF2B5EF4-FFF2-40B4-BE49-F238E27FC236}">
                <a16:creationId xmlns:a16="http://schemas.microsoft.com/office/drawing/2014/main" id="{18A60A12-30B0-4963-A2F3-8A7FE4244A8E}"/>
              </a:ext>
            </a:extLst>
          </p:cNvPr>
          <p:cNvSpPr>
            <a:spLocks xmlns:a="http://schemas.openxmlformats.org/drawingml/2006/main" noGrp="1"/>
          </p:cNvSpPr>
          <p:nvPr/>
        </p:nvSpPr>
        <p:spPr>
          <a:xfrm xmlns:a="http://schemas.openxmlformats.org/drawingml/2006/main">
            <a:off x="10639425" y="558165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263A32"/>
                </a:solidFill>
                <a:latin typeface="Arial"/>
                <a:ea typeface="Arial"/>
                <a:cs typeface="Arial"/>
              </a:defRPr>
            </a:defPPr>
          </a:lstStyle>
          <a:p xmlns:a="http://schemas.openxmlformats.org/drawingml/2006/main">
            <a:pPr>
              <a:defRPr sz="1425" b="0">
                <a:solidFill>
                  <a:srgbClr val="263A32"/>
                </a:solidFill>
                <a:latin typeface="Arial"/>
                <a:ea typeface="Arial"/>
                <a:cs typeface="Arial"/>
              </a:defRPr>
            </a:pPr>
            <a:r>
              <a:rPr sz="1425" b="0">
                <a:solidFill>
                  <a:srgbClr val="263A32"/>
                </a:solidFill>
                <a:latin typeface="Arial"/>
                <a:ea typeface="Arial"/>
                <a:cs typeface="Arial"/>
              </a:rPr>
              <a:t>Order: Book title × 2</a:t>
            </a:r>
          </a:p>
        </p:txBody>
      </p:sp>
      <p:sp>
        <p:nvSpPr>
          <p:cNvPr id="45" name="">
            <a:extLst xmlns:a="http://schemas.openxmlformats.org/drawingml/2006/main">
              <a:ext uri="{FF2B5EF4-FFF2-40B4-BE49-F238E27FC236}">
                <a16:creationId xmlns:a16="http://schemas.microsoft.com/office/drawing/2014/main" id="{8F231A05-39AA-4A2F-8831-B338D96DE59D}"/>
              </a:ext>
            </a:extLst>
          </p:cNvPr>
          <p:cNvSpPr>
            <a:spLocks xmlns:a="http://schemas.openxmlformats.org/drawingml/2006/main" noGrp="1"/>
          </p:cNvSpPr>
          <p:nvPr/>
        </p:nvSpPr>
        <p:spPr>
          <a:xfrm xmlns:a="http://schemas.openxmlformats.org/drawingml/2006/main">
            <a:off x="10639425" y="597217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3A32"/>
                </a:solidFill>
                <a:latin typeface="Arial"/>
                <a:ea typeface="Arial"/>
                <a:cs typeface="Arial"/>
              </a:defRPr>
            </a:defPPr>
          </a:lstStyle>
          <a:p xmlns:a="http://schemas.openxmlformats.org/drawingml/2006/main">
            <a:pPr>
              <a:defRPr sz="1800" b="1">
                <a:solidFill>
                  <a:srgbClr val="263A32"/>
                </a:solidFill>
                <a:latin typeface="Arial"/>
                <a:ea typeface="Arial"/>
                <a:cs typeface="Arial"/>
              </a:defRPr>
            </a:pPr>
            <a:r>
              <a:rPr sz="1800" b="1">
                <a:solidFill>
                  <a:srgbClr val="263A32"/>
                </a:solidFill>
                <a:latin typeface="Arial"/>
                <a:ea typeface="Arial"/>
                <a:cs typeface="Arial"/>
              </a:rPr>
              <a:t>Total: 398 SEK</a:t>
            </a:r>
          </a:p>
        </p:txBody>
      </p:sp>
      <p:sp>
        <p:nvSpPr>
          <p:cNvPr id="46" name="">
            <a:extLst xmlns:a="http://schemas.openxmlformats.org/drawingml/2006/main">
              <a:ext uri="{FF2B5EF4-FFF2-40B4-BE49-F238E27FC236}">
                <a16:creationId xmlns:a16="http://schemas.microsoft.com/office/drawing/2014/main" id="{A6672CF6-D910-46C9-BC15-39DC4F3DAD1B}"/>
              </a:ext>
            </a:extLst>
          </p:cNvPr>
          <p:cNvSpPr>
            <a:spLocks xmlns:a="http://schemas.openxmlformats.org/drawingml/2006/main" noGrp="1"/>
          </p:cNvSpPr>
          <p:nvPr/>
        </p:nvSpPr>
        <p:spPr>
          <a:xfrm xmlns:a="http://schemas.openxmlformats.org/drawingml/2006/main">
            <a:off x="10639425" y="6477000"/>
            <a:ext cx="2809875" cy="419100"/>
          </a:xfrm>
          <a:prstGeom xmlns:a="http://schemas.openxmlformats.org/drawingml/2006/main" prst="rect">
            <a:avLst/>
          </a:prstGeom>
          <a:solidFill xmlns:a="http://schemas.openxmlformats.org/drawingml/2006/main">
            <a:srgbClr val="E0E9E3"/>
          </a:solidFill>
          <a:ln xmlns:a="http://schemas.openxmlformats.org/drawingml/2006/main" w="9525">
            <a:solidFill>
              <a:srgbClr val="8B9791"/>
            </a:solidFill>
          </a:ln>
        </p:spPr>
        <p:txBody>
          <a:bodyPr xmlns:a="http://schemas.openxmlformats.org/drawingml/2006/main"/>
          <a:lstStyle xmlns:a="http://schemas.openxmlformats.org/drawingml/2006/main">
            <a:defPPr>
              <a:defRPr sz="1425" b="1">
                <a:solidFill>
                  <a:srgbClr val="263A32"/>
                </a:solidFill>
                <a:latin typeface="Arial"/>
                <a:ea typeface="Arial"/>
                <a:cs typeface="Arial"/>
              </a:defRPr>
            </a:defPPr>
          </a:lstStyle>
          <a:p xmlns:a="http://schemas.openxmlformats.org/drawingml/2006/main">
            <a:pPr>
              <a:defRPr sz="1425" b="1">
                <a:solidFill>
                  <a:srgbClr val="263A32"/>
                </a:solidFill>
                <a:latin typeface="Arial"/>
                <a:ea typeface="Arial"/>
                <a:cs typeface="Arial"/>
              </a:defRPr>
            </a:pPr>
            <a:r>
              <a:rPr sz="1425" b="1">
                <a:solidFill>
                  <a:srgbClr val="263A32"/>
                </a:solidFill>
                <a:latin typeface="Arial"/>
                <a:ea typeface="Arial"/>
                <a:cs typeface="Arial"/>
              </a:rPr>
              <a:t>Confirm demo order</a:t>
            </a:r>
          </a:p>
        </p:txBody>
      </p:sp>
    </p:spTree>
    <p:extLst>
      <p:ext uri="{BB962C8B-B14F-4D97-AF65-F5344CB8AC3E}">
        <p14:creationId xmlns:p14="http://schemas.microsoft.com/office/powerpoint/2010/main" val="7392681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2026-10-12T14:23:04.9760000Z</dcterms:created>
  <dcterms:modified xsi:type="dcterms:W3CDTF">2026-10-12T14:23:04.9760000Z</dcterms:modified>
</coreProperties>
</file>